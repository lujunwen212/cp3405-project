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y="5143500" cx="9144000"/>
  <p:notesSz cx="6858000" cy="9144000"/>
  <p:embeddedFontLst>
    <p:embeddedFont>
      <p:font typeface="Poppins"/>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5E22DD-76DB-47FA-A1F5-B0A7FD1777C2}">
  <a:tblStyle styleId="{085E22DD-76DB-47FA-A1F5-B0A7FD1777C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font" Target="fonts/Poppins-regular.fntdata"/><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bold.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3.xml"/><Relationship Id="rId33" Type="http://schemas.openxmlformats.org/officeDocument/2006/relationships/font" Target="fonts/Lato-bold.fntdata"/><Relationship Id="rId10" Type="http://schemas.openxmlformats.org/officeDocument/2006/relationships/slide" Target="slides/slide2.xml"/><Relationship Id="rId32" Type="http://schemas.openxmlformats.org/officeDocument/2006/relationships/font" Target="fonts/Lato-regular.fntdata"/><Relationship Id="rId13" Type="http://schemas.openxmlformats.org/officeDocument/2006/relationships/slide" Target="slides/slide5.xml"/><Relationship Id="rId35" Type="http://schemas.openxmlformats.org/officeDocument/2006/relationships/font" Target="fonts/Lato-boldItalic.fntdata"/><Relationship Id="rId12" Type="http://schemas.openxmlformats.org/officeDocument/2006/relationships/slide" Target="slides/slide4.xml"/><Relationship Id="rId34" Type="http://schemas.openxmlformats.org/officeDocument/2006/relationships/font" Target="fonts/Lato-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db06e6add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edb06e6ad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3dec820b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R2, my main responsibility in Sprint 7 was to maintain visibility across the team and identify risks before they affected the final weekend delivery.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began with sprint planning on Monday, then conducted individual progress checks on Tuesday and Wednesday. The results were documented in the midweek stand-up report, including each role’s current status, remaining actions, blockers, and dependencies.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main outcome was that we did not wait until Sunday to discover that someone was behind. For example, the schedule run for R8 was around 9:45 AM so we decided to move R8’s schedule to 4 PM. A recovery task and clear deadlines were assigned before release day.</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 also used Thursday as a readiness gate to confirm that upstream roles were progressing and that downstream roles would receive the files they needed. Saturday was reserved for final workflow outputs and integration, while Sunday was reserved for the tag and release.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Overall, the midweek checkpoint passed. Most roles were on track, and the significant risks had owners, deadlines, and follow-up action.</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The reason this coordination was important becomes clearer when we look at the dependency chain.</a:t>
            </a:r>
            <a:endParaRPr>
              <a:solidFill>
                <a:schemeClr val="dk1"/>
              </a:solidFill>
            </a:endParaRPr>
          </a:p>
        </p:txBody>
      </p:sp>
      <p:sp>
        <p:nvSpPr>
          <p:cNvPr id="195" name="Google Shape;195;g3f53dec820b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93b568f15_8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diagram shows that Sprint 7 was not a set of independent individual tasks. It was a sequential pipeline, so one late or incorrect output could block several downstream roles.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R6 produced the market data required by other agents. R3 produced the Almanac report, R4 produced the Macro report, and R5 produced the Technical analysis. These three reports then became the input for R8’s LLM synthesis.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R7 used the generated evidence to create the human score, while R10 compared predictions with actual market results for calibration. R9 then depended on the completed outputs before creating the final tag and release.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Scrum Master, I focused on protecting this sequence. One example was the schedule conflict between R4 and R8. Instead of asking R4 to run earlier, when macro data might still be incomplete, we retained R4’s schedule and moved R8 later so it could consume the completed report.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also confirmed that R6 had already tested the workflow and only needed to monitor the scheduled run, rather than creating unnecessary additional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R10, I documented that final calibration depended on complete actual market data. This prevented an external dependency from being incorrectly treated as a lack of progress.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key point is that the main sprint risk was not simply one person being late. It was one delayed or invalid link blocking the rest of the pipeline.</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Although the dependency risks were monitored, the Sunday incident showed that workflow completion alone was not enough. </a:t>
            </a:r>
            <a:endParaRPr>
              <a:solidFill>
                <a:schemeClr val="dk1"/>
              </a:solidFill>
            </a:endParaRPr>
          </a:p>
        </p:txBody>
      </p:sp>
      <p:sp>
        <p:nvSpPr>
          <p:cNvPr id="221" name="Google Shape;221;g3f93b568f15_8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93b568f15_8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 Sunday, R7 discovered that the closing prices in R5’s Markdown technical report were displayed as NaN. This temporarily blocked the human-scoring process because the technical evidence could not be trusted.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During the investigation, we found that the JSON file contained valid numerical values. The problem was that the Markdown report being reviewed was outdated or had not been regenerated correctly, and team members were also checking different branches.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R5 re-ran the workflow on the Week-07 branch. After that, the JSON, Markdown report, charts, and presentation materials were updated, and the data </a:t>
            </a:r>
            <a:r>
              <a:rPr lang="en-GB">
                <a:solidFill>
                  <a:schemeClr val="dk1"/>
                </a:solidFill>
              </a:rPr>
              <a:t>become</a:t>
            </a:r>
            <a:r>
              <a:rPr lang="en-GB">
                <a:solidFill>
                  <a:schemeClr val="dk1"/>
                </a:solidFill>
              </a:rPr>
              <a:t> usable again.</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important retrospective lesson is that a green GitHub Actions result only confirms that the workflow completed. It does not prove that every generated artifact is current, consistent, or correct.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Sprint 8, we should add 3 controls. First, compare key JSON and Markdown values before downstream use. Second, verify that all expected files were modified by the latest run. Finally, make NaN values fail the workflow instead of allowing them to be published.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incident was resolved, but it exposed a gap in our Definition of Done. Future completion criteria should include artifact validation, not only successful workflow execution.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47" name="Google Shape;247;g3f93b568f15_8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93b568f15_1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3f93b568f15_1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69" name="Google Shape;269;g3f93b568f15_1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93b568f15_7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g3f93b568f15_7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90" name="Google Shape;290;g3f93b568f15_7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e1aff9144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his week, I’m R6 data lead.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prediction file was produced by R7 for Week 28 and filed on 12 July 2026. The team’s final view was Neutral-Bullish / Up, with positive calls on the three core indexes: SPX, NDX, and IWM. The prediction also identified XLK Technology as the top sector, based on the AI-growth leadership thesis.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My R6 role was to provide the actual market outcome using the automated data pipeline. The pipeline captured the completed market week from 13 July to 17 July, using the 10 July close as the baseline and the 17 July close as the final comparison point.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The actual data shows that the prediction was mostly unsuccessful. SPX fell by 1.55%, NDX fell by 4.13%, and IWM fell by 0.66%, so all three core index direction calls were misses.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The largest issue was the sector leadership call. XLK Technology was predicted as the top sector, but it actually fell 5.48% and became the worst-performing sector in our dataset. Instead, the strongest positive sectors were Energy, up 4.72%, and Real Estate, up 2.18%.</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Overall, the automated R6 data shows a clear gap between the Week 28 prediction and the actual market outcome. The market moved against the bullish view, and Technology failed to lead. The strongest support came from Energy and Real Estate instead. </a:t>
            </a:r>
            <a:endParaRPr/>
          </a:p>
        </p:txBody>
      </p:sp>
      <p:sp>
        <p:nvSpPr>
          <p:cNvPr id="310" name="Google Shape;310;g3ee1aff9144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55772dc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f55772dc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db06e6add_0_5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This week, our macro outlook is moderately bearish with medium confidence. Inflation eased, but market volatility increased, and rising oil prices remain a short-term risk. For next week, market sentiment may stay slightly bearish, so we should monitor the main macroeconomic events closely.</a:t>
            </a:r>
            <a:endParaRPr/>
          </a:p>
          <a:p>
            <a:pPr indent="0" lvl="0" marL="0" rtl="0" algn="l">
              <a:lnSpc>
                <a:spcPct val="115000"/>
              </a:lnSpc>
              <a:spcBef>
                <a:spcPts val="1200"/>
              </a:spcBef>
              <a:spcAft>
                <a:spcPts val="0"/>
              </a:spcAft>
              <a:buClr>
                <a:schemeClr val="dk1"/>
              </a:buClr>
              <a:buSzPts val="1100"/>
              <a:buFont typeface="Arial"/>
              <a:buNone/>
            </a:pPr>
            <a:r>
              <a:rPr lang="en-GB"/>
              <a:t>The automation successfully collected Treasury yields, CPI and labour data, market data, sector performance, and news headlines. For some sources, we used alternatives: official U.S. data sources instead of Trading Economics, yfinance instead of Finviz, and RSS headlines instead of direct AP News access.</a:t>
            </a:r>
            <a:endParaRPr/>
          </a:p>
          <a:p>
            <a:pPr indent="0" lvl="0" marL="0" rtl="0" algn="l">
              <a:lnSpc>
                <a:spcPct val="115000"/>
              </a:lnSpc>
              <a:spcBef>
                <a:spcPts val="1200"/>
              </a:spcBef>
              <a:spcAft>
                <a:spcPts val="0"/>
              </a:spcAft>
              <a:buClr>
                <a:schemeClr val="dk1"/>
              </a:buClr>
              <a:buSzPts val="1100"/>
              <a:buFont typeface="Arial"/>
              <a:buNone/>
            </a:pPr>
            <a:r>
              <a:rPr lang="en-GB"/>
              <a:t>CME FedWatch was not automated because its API is paid, and Earnings Whispers requires a premium service. Overall, the system provides a transparent, rule-based weekly market outlook.</a:t>
            </a:r>
            <a:endParaRPr/>
          </a:p>
          <a:p>
            <a:pPr indent="0" lvl="0" marL="0" rtl="0" algn="l">
              <a:spcBef>
                <a:spcPts val="1200"/>
              </a:spcBef>
              <a:spcAft>
                <a:spcPts val="0"/>
              </a:spcAft>
              <a:buNone/>
            </a:pPr>
            <a:r>
              <a:t/>
            </a:r>
            <a:endParaRPr/>
          </a:p>
        </p:txBody>
      </p:sp>
      <p:sp>
        <p:nvSpPr>
          <p:cNvPr id="407" name="Google Shape;407;g3edb06e6add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55772dc6c_2_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f55772dc6c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55772dc6c_2_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f55772dc6c_2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55772dc6c_2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f55772dc6c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edb06e6add_0_7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Hi everyone, today I’m pleased to present the </a:t>
            </a:r>
            <a:r>
              <a:rPr b="1" lang="en-GB">
                <a:solidFill>
                  <a:schemeClr val="dk1"/>
                </a:solidFill>
              </a:rPr>
              <a:t>W29 Consensus Audit Dashboard</a:t>
            </a:r>
            <a:r>
              <a:rPr lang="en-GB">
                <a:solidFill>
                  <a:schemeClr val="dk1"/>
                </a:solidFill>
              </a:rPr>
              <a:t> from our </a:t>
            </a:r>
            <a:r>
              <a:rPr b="1" lang="en-GB">
                <a:solidFill>
                  <a:schemeClr val="dk1"/>
                </a:solidFill>
              </a:rPr>
              <a:t>R8 LLM Operator</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week, we successfully established a seamless data pipeline by synthesizing seasonal patterns from </a:t>
            </a:r>
            <a:r>
              <a:rPr b="1" lang="en-GB">
                <a:solidFill>
                  <a:schemeClr val="dk1"/>
                </a:solidFill>
              </a:rPr>
              <a:t>R3 Almanac</a:t>
            </a:r>
            <a:r>
              <a:rPr lang="en-GB">
                <a:solidFill>
                  <a:schemeClr val="dk1"/>
                </a:solidFill>
              </a:rPr>
              <a:t> and trend indicators from </a:t>
            </a:r>
            <a:r>
              <a:rPr b="1" lang="en-GB">
                <a:solidFill>
                  <a:schemeClr val="dk1"/>
                </a:solidFill>
              </a:rPr>
              <a:t>R5 Technical</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ensure maximum reliability and cost-efficiency, we upgraded our LLM cluster to </a:t>
            </a:r>
            <a:r>
              <a:rPr b="1" lang="en-GB">
                <a:solidFill>
                  <a:schemeClr val="dk1"/>
                </a:solidFill>
              </a:rPr>
              <a:t>three flagship models</a:t>
            </a:r>
            <a:r>
              <a:rPr lang="en-GB">
                <a:solidFill>
                  <a:schemeClr val="dk1"/>
                </a:solidFill>
              </a:rPr>
              <a:t>: </a:t>
            </a:r>
            <a:r>
              <a:rPr i="1" lang="en-GB">
                <a:solidFill>
                  <a:schemeClr val="dk1"/>
                </a:solidFill>
              </a:rPr>
              <a:t>ChatGPT-4o-mini</a:t>
            </a:r>
            <a:r>
              <a:rPr lang="en-GB">
                <a:solidFill>
                  <a:schemeClr val="dk1"/>
                </a:solidFill>
              </a:rPr>
              <a:t>, </a:t>
            </a:r>
            <a:r>
              <a:rPr i="1" lang="en-GB">
                <a:solidFill>
                  <a:schemeClr val="dk1"/>
                </a:solidFill>
              </a:rPr>
              <a:t>Llama 3.1</a:t>
            </a:r>
            <a:r>
              <a:rPr lang="en-GB">
                <a:solidFill>
                  <a:schemeClr val="dk1"/>
                </a:solidFill>
              </a:rPr>
              <a:t>, and the high-stability </a:t>
            </a:r>
            <a:r>
              <a:rPr i="1" lang="en-GB">
                <a:solidFill>
                  <a:schemeClr val="dk1"/>
                </a:solidFill>
              </a:rPr>
              <a:t>Qwen 2.5</a:t>
            </a:r>
            <a:r>
              <a:rPr lang="en-GB">
                <a:solidFill>
                  <a:schemeClr val="dk1"/>
                </a:solidFill>
              </a:rPr>
              <a:t>. By shifting Qwen to the standard paid tier, we achieved </a:t>
            </a:r>
            <a:r>
              <a:rPr b="1" lang="en-GB">
                <a:solidFill>
                  <a:schemeClr val="dk1"/>
                </a:solidFill>
              </a:rPr>
              <a:t>100% operational success</a:t>
            </a:r>
            <a:r>
              <a:rPr lang="en-GB">
                <a:solidFill>
                  <a:schemeClr val="dk1"/>
                </a:solidFill>
              </a:rPr>
              <a:t> with zero cloud latency.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Furthermore, we resolved the previous character truncation issue. The console now outputs </a:t>
            </a:r>
            <a:r>
              <a:rPr b="1" lang="en-GB">
                <a:solidFill>
                  <a:schemeClr val="dk1"/>
                </a:solidFill>
              </a:rPr>
              <a:t>full, uncut qualitative analyses</a:t>
            </a:r>
            <a:r>
              <a:rPr lang="en-GB">
                <a:solidFill>
                  <a:schemeClr val="dk1"/>
                </a:solidFill>
              </a:rPr>
              <a:t>, preserving complete audit trails for our evidence ledger.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upcoming trading week (July 20 to 24), the consensus converges on a </a:t>
            </a:r>
            <a:r>
              <a:rPr b="1" lang="en-GB">
                <a:solidFill>
                  <a:schemeClr val="dk1"/>
                </a:solidFill>
              </a:rPr>
              <a:t>Neutral-Bullish bias</a:t>
            </a:r>
            <a:r>
              <a:rPr lang="en-GB">
                <a:solidFill>
                  <a:schemeClr val="dk1"/>
                </a:solidFill>
              </a:rPr>
              <a:t> for SPX and NDX, with a solid </a:t>
            </a:r>
            <a:r>
              <a:rPr b="1" lang="en-GB">
                <a:solidFill>
                  <a:schemeClr val="dk1"/>
                </a:solidFill>
              </a:rPr>
              <a:t>7.5 out of 10 confidence score</a:t>
            </a:r>
            <a:r>
              <a:rPr lang="en-GB">
                <a:solidFill>
                  <a:schemeClr val="dk1"/>
                </a:solidFill>
              </a:rPr>
              <a:t>, driven by tech sector strength despite minor pullbacks in Energy.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strategy dashboard is fully deployed and ready for execution. Thank you, and I’m open to any questions."</a:t>
            </a:r>
            <a:endParaRPr>
              <a:solidFill>
                <a:schemeClr val="dk1"/>
              </a:solidFill>
            </a:endParaRPr>
          </a:p>
          <a:p>
            <a:pPr indent="0" lvl="0" marL="0" rtl="0" algn="l">
              <a:spcBef>
                <a:spcPts val="1200"/>
              </a:spcBef>
              <a:spcAft>
                <a:spcPts val="0"/>
              </a:spcAft>
              <a:buNone/>
            </a:pPr>
            <a:r>
              <a:t/>
            </a:r>
            <a:endParaRPr/>
          </a:p>
        </p:txBody>
      </p:sp>
      <p:sp>
        <p:nvSpPr>
          <p:cNvPr id="455" name="Google Shape;455;g3edb06e6add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93b13a99d_0_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solidFill>
                  <a:schemeClr val="dk1"/>
                </a:solidFill>
              </a:rPr>
              <a:t>This week, our Human Score </a:t>
            </a:r>
            <a:r>
              <a:rPr b="1" lang="en-GB">
                <a:solidFill>
                  <a:schemeClr val="dk1"/>
                </a:solidFill>
              </a:rPr>
              <a:t>decreased from +4 to -3</a:t>
            </a:r>
            <a:r>
              <a:rPr lang="en-GB">
                <a:solidFill>
                  <a:schemeClr val="dk1"/>
                </a:solidFill>
              </a:rPr>
              <a:t>, showing that market conditions have become more cautious than last week. The main negatives were weaker market performance, rising volatility, and a sharp increase in oil prices, which increased inflation and geopolitical concerns. While July seasonality and softer CPI inflation continued to provide some support, the major indices still declined during the week. Technical conditions also weakened, with the S&amp;P 500, Nasdaq 100, and Russell 2000 all closing below their 8-day and 21-day EMAs, indicating weaker market momentum. Taking everything together, we adopted a </a:t>
            </a:r>
            <a:r>
              <a:rPr b="1" lang="en-GB">
                <a:solidFill>
                  <a:schemeClr val="dk1"/>
                </a:solidFill>
              </a:rPr>
              <a:t>Neutral-Bearish outlook</a:t>
            </a:r>
            <a:r>
              <a:rPr lang="en-GB">
                <a:solidFill>
                  <a:schemeClr val="dk1"/>
                </a:solidFill>
              </a:rPr>
              <a:t> for Week 29. </a:t>
            </a:r>
            <a:endParaRPr/>
          </a:p>
        </p:txBody>
      </p:sp>
      <p:sp>
        <p:nvSpPr>
          <p:cNvPr id="464" name="Google Shape;464;g3f93b13a99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93b13a99d_0_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solidFill>
                  <a:schemeClr val="dk1"/>
                </a:solidFill>
              </a:rPr>
              <a:t>Overall, the AI models maintained a generally </a:t>
            </a:r>
            <a:r>
              <a:rPr b="1" lang="en-GB">
                <a:solidFill>
                  <a:schemeClr val="dk1"/>
                </a:solidFill>
              </a:rPr>
              <a:t>Neutral-Bullish</a:t>
            </a:r>
            <a:r>
              <a:rPr lang="en-GB">
                <a:solidFill>
                  <a:schemeClr val="dk1"/>
                </a:solidFill>
              </a:rPr>
              <a:t> outlook, mainly because of supportive July seasonality and softer inflation data. However, our team placed greater weight on the recent decline in the major indices, the rise in the VIX, the sharp increase in oil prices, and the weaker technical picture. The S&amp;P 500, Nasdaq 100, and Russell 2000 all closed below their short-term moving averages, suggesting that market momentum has weakened despite the positive seasonal backdrop. Although July seasonality continues to provide support, we believe the current macro and technical risks outweigh those positives. For that reason, our final team view is </a:t>
            </a:r>
            <a:r>
              <a:rPr b="1" lang="en-GB">
                <a:solidFill>
                  <a:schemeClr val="dk1"/>
                </a:solidFill>
              </a:rPr>
              <a:t>Neutral-Bearish</a:t>
            </a:r>
            <a:r>
              <a:rPr lang="en-GB">
                <a:solidFill>
                  <a:schemeClr val="dk1"/>
                </a:solidFill>
              </a:rPr>
              <a:t> for Week 29. </a:t>
            </a:r>
            <a:endParaRPr>
              <a:solidFill>
                <a:schemeClr val="dk1"/>
              </a:solidFill>
            </a:endParaRPr>
          </a:p>
        </p:txBody>
      </p:sp>
      <p:sp>
        <p:nvSpPr>
          <p:cNvPr id="479" name="Google Shape;479;g3f93b13a99d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b06e6add_0_11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edb06e6add_0_1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55a952022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f55a95202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55a952022_1_1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f55a952022_1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db06e6add_0_13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edb06e6add_0_1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5200"/>
              <a:buFont typeface="Arial"/>
              <a:buNone/>
              <a:defRPr sz="5200"/>
            </a:lvl1pPr>
            <a:lvl2pPr lvl="1" algn="ctr">
              <a:lnSpc>
                <a:spcPct val="100000"/>
              </a:lnSpc>
              <a:spcBef>
                <a:spcPts val="0"/>
              </a:spcBef>
              <a:spcAft>
                <a:spcPts val="0"/>
              </a:spcAft>
              <a:buClr>
                <a:schemeClr val="dk1"/>
              </a:buClr>
              <a:buSzPts val="5200"/>
              <a:buFont typeface="Arial"/>
              <a:buNone/>
              <a:defRPr sz="5200"/>
            </a:lvl2pPr>
            <a:lvl3pPr lvl="2" algn="ctr">
              <a:lnSpc>
                <a:spcPct val="100000"/>
              </a:lnSpc>
              <a:spcBef>
                <a:spcPts val="0"/>
              </a:spcBef>
              <a:spcAft>
                <a:spcPts val="0"/>
              </a:spcAft>
              <a:buClr>
                <a:schemeClr val="dk1"/>
              </a:buClr>
              <a:buSzPts val="5200"/>
              <a:buFont typeface="Arial"/>
              <a:buNone/>
              <a:defRPr sz="5200"/>
            </a:lvl3pPr>
            <a:lvl4pPr lvl="3" algn="ctr">
              <a:lnSpc>
                <a:spcPct val="100000"/>
              </a:lnSpc>
              <a:spcBef>
                <a:spcPts val="0"/>
              </a:spcBef>
              <a:spcAft>
                <a:spcPts val="0"/>
              </a:spcAft>
              <a:buClr>
                <a:schemeClr val="dk1"/>
              </a:buClr>
              <a:buSzPts val="5200"/>
              <a:buFont typeface="Arial"/>
              <a:buNone/>
              <a:defRPr sz="5200"/>
            </a:lvl4pPr>
            <a:lvl5pPr lvl="4" algn="ctr">
              <a:lnSpc>
                <a:spcPct val="100000"/>
              </a:lnSpc>
              <a:spcBef>
                <a:spcPts val="0"/>
              </a:spcBef>
              <a:spcAft>
                <a:spcPts val="0"/>
              </a:spcAft>
              <a:buClr>
                <a:schemeClr val="dk1"/>
              </a:buClr>
              <a:buSzPts val="5200"/>
              <a:buFont typeface="Arial"/>
              <a:buNone/>
              <a:defRPr sz="5200"/>
            </a:lvl5pPr>
            <a:lvl6pPr lvl="5" algn="ctr">
              <a:lnSpc>
                <a:spcPct val="100000"/>
              </a:lnSpc>
              <a:spcBef>
                <a:spcPts val="0"/>
              </a:spcBef>
              <a:spcAft>
                <a:spcPts val="0"/>
              </a:spcAft>
              <a:buClr>
                <a:schemeClr val="dk1"/>
              </a:buClr>
              <a:buSzPts val="5200"/>
              <a:buFont typeface="Arial"/>
              <a:buNone/>
              <a:defRPr sz="5200"/>
            </a:lvl6pPr>
            <a:lvl7pPr lvl="6" algn="ctr">
              <a:lnSpc>
                <a:spcPct val="100000"/>
              </a:lnSpc>
              <a:spcBef>
                <a:spcPts val="0"/>
              </a:spcBef>
              <a:spcAft>
                <a:spcPts val="0"/>
              </a:spcAft>
              <a:buClr>
                <a:schemeClr val="dk1"/>
              </a:buClr>
              <a:buSzPts val="5200"/>
              <a:buFont typeface="Arial"/>
              <a:buNone/>
              <a:defRPr sz="5200"/>
            </a:lvl7pPr>
            <a:lvl8pPr lvl="7" algn="ctr">
              <a:lnSpc>
                <a:spcPct val="100000"/>
              </a:lnSpc>
              <a:spcBef>
                <a:spcPts val="0"/>
              </a:spcBef>
              <a:spcAft>
                <a:spcPts val="0"/>
              </a:spcAft>
              <a:buClr>
                <a:schemeClr val="dk1"/>
              </a:buClr>
              <a:buSzPts val="5200"/>
              <a:buFont typeface="Arial"/>
              <a:buNone/>
              <a:defRPr sz="5200"/>
            </a:lvl8pPr>
            <a:lvl9pPr lvl="8" algn="ctr">
              <a:lnSpc>
                <a:spcPct val="100000"/>
              </a:lnSpc>
              <a:spcBef>
                <a:spcPts val="0"/>
              </a:spcBef>
              <a:spcAft>
                <a:spcPts val="0"/>
              </a:spcAft>
              <a:buClr>
                <a:schemeClr val="dk1"/>
              </a:buClr>
              <a:buSzPts val="5200"/>
              <a:buFont typeface="Arial"/>
              <a:buNone/>
              <a:defRPr sz="5200"/>
            </a:lvl9pPr>
          </a:lstStyle>
          <a:p/>
        </p:txBody>
      </p:sp>
      <p:sp>
        <p:nvSpPr>
          <p:cNvPr id="133" name="Google Shape;133;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2800"/>
              <a:buFont typeface="Arial"/>
              <a:buNone/>
              <a:defRPr sz="2800"/>
            </a:lvl1pPr>
            <a:lvl2pPr lvl="1" algn="ctr">
              <a:lnSpc>
                <a:spcPct val="100000"/>
              </a:lnSpc>
              <a:spcBef>
                <a:spcPts val="0"/>
              </a:spcBef>
              <a:spcAft>
                <a:spcPts val="0"/>
              </a:spcAft>
              <a:buClr>
                <a:schemeClr val="dk2"/>
              </a:buClr>
              <a:buSzPts val="2800"/>
              <a:buFont typeface="Arial"/>
              <a:buNone/>
              <a:defRPr sz="2800"/>
            </a:lvl2pPr>
            <a:lvl3pPr lvl="2" algn="ctr">
              <a:lnSpc>
                <a:spcPct val="100000"/>
              </a:lnSpc>
              <a:spcBef>
                <a:spcPts val="0"/>
              </a:spcBef>
              <a:spcAft>
                <a:spcPts val="0"/>
              </a:spcAft>
              <a:buClr>
                <a:schemeClr val="dk2"/>
              </a:buClr>
              <a:buSzPts val="2800"/>
              <a:buFont typeface="Arial"/>
              <a:buNone/>
              <a:defRPr sz="2800"/>
            </a:lvl3pPr>
            <a:lvl4pPr lvl="3" algn="ctr">
              <a:lnSpc>
                <a:spcPct val="100000"/>
              </a:lnSpc>
              <a:spcBef>
                <a:spcPts val="0"/>
              </a:spcBef>
              <a:spcAft>
                <a:spcPts val="0"/>
              </a:spcAft>
              <a:buClr>
                <a:schemeClr val="dk2"/>
              </a:buClr>
              <a:buSzPts val="2800"/>
              <a:buFont typeface="Arial"/>
              <a:buNone/>
              <a:defRPr sz="2800"/>
            </a:lvl4pPr>
            <a:lvl5pPr lvl="4" algn="ctr">
              <a:lnSpc>
                <a:spcPct val="100000"/>
              </a:lnSpc>
              <a:spcBef>
                <a:spcPts val="0"/>
              </a:spcBef>
              <a:spcAft>
                <a:spcPts val="0"/>
              </a:spcAft>
              <a:buClr>
                <a:schemeClr val="dk2"/>
              </a:buClr>
              <a:buSzPts val="2800"/>
              <a:buFont typeface="Arial"/>
              <a:buNone/>
              <a:defRPr sz="2800"/>
            </a:lvl5pPr>
            <a:lvl6pPr lvl="5" algn="ctr">
              <a:lnSpc>
                <a:spcPct val="100000"/>
              </a:lnSpc>
              <a:spcBef>
                <a:spcPts val="0"/>
              </a:spcBef>
              <a:spcAft>
                <a:spcPts val="0"/>
              </a:spcAft>
              <a:buClr>
                <a:schemeClr val="dk2"/>
              </a:buClr>
              <a:buSzPts val="2800"/>
              <a:buFont typeface="Arial"/>
              <a:buNone/>
              <a:defRPr sz="2800"/>
            </a:lvl6pPr>
            <a:lvl7pPr lvl="6" algn="ctr">
              <a:lnSpc>
                <a:spcPct val="100000"/>
              </a:lnSpc>
              <a:spcBef>
                <a:spcPts val="0"/>
              </a:spcBef>
              <a:spcAft>
                <a:spcPts val="0"/>
              </a:spcAft>
              <a:buClr>
                <a:schemeClr val="dk2"/>
              </a:buClr>
              <a:buSzPts val="2800"/>
              <a:buFont typeface="Arial"/>
              <a:buNone/>
              <a:defRPr sz="2800"/>
            </a:lvl7pPr>
            <a:lvl8pPr lvl="7" algn="ctr">
              <a:lnSpc>
                <a:spcPct val="100000"/>
              </a:lnSpc>
              <a:spcBef>
                <a:spcPts val="0"/>
              </a:spcBef>
              <a:spcAft>
                <a:spcPts val="0"/>
              </a:spcAft>
              <a:buClr>
                <a:schemeClr val="dk2"/>
              </a:buClr>
              <a:buSzPts val="2800"/>
              <a:buFont typeface="Arial"/>
              <a:buNone/>
              <a:defRPr sz="2800"/>
            </a:lvl8pPr>
            <a:lvl9pPr lvl="8" algn="ctr">
              <a:lnSpc>
                <a:spcPct val="100000"/>
              </a:lnSpc>
              <a:spcBef>
                <a:spcPts val="0"/>
              </a:spcBef>
              <a:spcAft>
                <a:spcPts val="0"/>
              </a:spcAft>
              <a:buClr>
                <a:schemeClr val="dk2"/>
              </a:buClr>
              <a:buSzPts val="2800"/>
              <a:buFont typeface="Arial"/>
              <a:buNone/>
              <a:defRPr sz="2800"/>
            </a:lvl9pPr>
          </a:lstStyle>
          <a:p/>
        </p:txBody>
      </p:sp>
      <p:sp>
        <p:nvSpPr>
          <p:cNvPr id="134" name="Google Shape;13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Arial"/>
              <a:buNone/>
              <a:defRPr sz="3600"/>
            </a:lvl1pPr>
            <a:lvl2pPr lvl="1" algn="ctr">
              <a:lnSpc>
                <a:spcPct val="100000"/>
              </a:lnSpc>
              <a:spcBef>
                <a:spcPts val="0"/>
              </a:spcBef>
              <a:spcAft>
                <a:spcPts val="0"/>
              </a:spcAft>
              <a:buClr>
                <a:schemeClr val="dk1"/>
              </a:buClr>
              <a:buSzPts val="3600"/>
              <a:buFont typeface="Arial"/>
              <a:buNone/>
              <a:defRPr sz="3600"/>
            </a:lvl2pPr>
            <a:lvl3pPr lvl="2" algn="ctr">
              <a:lnSpc>
                <a:spcPct val="100000"/>
              </a:lnSpc>
              <a:spcBef>
                <a:spcPts val="0"/>
              </a:spcBef>
              <a:spcAft>
                <a:spcPts val="0"/>
              </a:spcAft>
              <a:buClr>
                <a:schemeClr val="dk1"/>
              </a:buClr>
              <a:buSzPts val="3600"/>
              <a:buFont typeface="Arial"/>
              <a:buNone/>
              <a:defRPr sz="3600"/>
            </a:lvl3pPr>
            <a:lvl4pPr lvl="3" algn="ctr">
              <a:lnSpc>
                <a:spcPct val="100000"/>
              </a:lnSpc>
              <a:spcBef>
                <a:spcPts val="0"/>
              </a:spcBef>
              <a:spcAft>
                <a:spcPts val="0"/>
              </a:spcAft>
              <a:buClr>
                <a:schemeClr val="dk1"/>
              </a:buClr>
              <a:buSzPts val="3600"/>
              <a:buFont typeface="Arial"/>
              <a:buNone/>
              <a:defRPr sz="3600"/>
            </a:lvl4pPr>
            <a:lvl5pPr lvl="4" algn="ctr">
              <a:lnSpc>
                <a:spcPct val="100000"/>
              </a:lnSpc>
              <a:spcBef>
                <a:spcPts val="0"/>
              </a:spcBef>
              <a:spcAft>
                <a:spcPts val="0"/>
              </a:spcAft>
              <a:buClr>
                <a:schemeClr val="dk1"/>
              </a:buClr>
              <a:buSzPts val="3600"/>
              <a:buFont typeface="Arial"/>
              <a:buNone/>
              <a:defRPr sz="3600"/>
            </a:lvl5pPr>
            <a:lvl6pPr lvl="5" algn="ctr">
              <a:lnSpc>
                <a:spcPct val="100000"/>
              </a:lnSpc>
              <a:spcBef>
                <a:spcPts val="0"/>
              </a:spcBef>
              <a:spcAft>
                <a:spcPts val="0"/>
              </a:spcAft>
              <a:buClr>
                <a:schemeClr val="dk1"/>
              </a:buClr>
              <a:buSzPts val="3600"/>
              <a:buFont typeface="Arial"/>
              <a:buNone/>
              <a:defRPr sz="3600"/>
            </a:lvl6pPr>
            <a:lvl7pPr lvl="6" algn="ctr">
              <a:lnSpc>
                <a:spcPct val="100000"/>
              </a:lnSpc>
              <a:spcBef>
                <a:spcPts val="0"/>
              </a:spcBef>
              <a:spcAft>
                <a:spcPts val="0"/>
              </a:spcAft>
              <a:buClr>
                <a:schemeClr val="dk1"/>
              </a:buClr>
              <a:buSzPts val="3600"/>
              <a:buFont typeface="Arial"/>
              <a:buNone/>
              <a:defRPr sz="3600"/>
            </a:lvl7pPr>
            <a:lvl8pPr lvl="7" algn="ctr">
              <a:lnSpc>
                <a:spcPct val="100000"/>
              </a:lnSpc>
              <a:spcBef>
                <a:spcPts val="0"/>
              </a:spcBef>
              <a:spcAft>
                <a:spcPts val="0"/>
              </a:spcAft>
              <a:buClr>
                <a:schemeClr val="dk1"/>
              </a:buClr>
              <a:buSzPts val="3600"/>
              <a:buFont typeface="Arial"/>
              <a:buNone/>
              <a:defRPr sz="3600"/>
            </a:lvl8pPr>
            <a:lvl9pPr lvl="8" algn="ctr">
              <a:lnSpc>
                <a:spcPct val="100000"/>
              </a:lnSpc>
              <a:spcBef>
                <a:spcPts val="0"/>
              </a:spcBef>
              <a:spcAft>
                <a:spcPts val="0"/>
              </a:spcAft>
              <a:buClr>
                <a:schemeClr val="dk1"/>
              </a:buClr>
              <a:buSzPts val="3600"/>
              <a:buFont typeface="Arial"/>
              <a:buNone/>
              <a:defRPr sz="3600"/>
            </a:lvl9pPr>
          </a:lstStyle>
          <a:p/>
        </p:txBody>
      </p:sp>
      <p:sp>
        <p:nvSpPr>
          <p:cNvPr id="137" name="Google Shape;13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0" name="Google Shape;14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Font typeface="Arial"/>
              <a:buChar char="●"/>
              <a:defRPr/>
            </a:lvl1pPr>
            <a:lvl2pPr indent="-317500" lvl="1" marL="914400" algn="l">
              <a:lnSpc>
                <a:spcPct val="115000"/>
              </a:lnSpc>
              <a:spcBef>
                <a:spcPts val="0"/>
              </a:spcBef>
              <a:spcAft>
                <a:spcPts val="0"/>
              </a:spcAft>
              <a:buClr>
                <a:schemeClr val="dk2"/>
              </a:buClr>
              <a:buSzPts val="1400"/>
              <a:buFont typeface="Arial"/>
              <a:buChar char="○"/>
              <a:defRPr/>
            </a:lvl2pPr>
            <a:lvl3pPr indent="-317500" lvl="2" marL="1371600" algn="l">
              <a:lnSpc>
                <a:spcPct val="115000"/>
              </a:lnSpc>
              <a:spcBef>
                <a:spcPts val="0"/>
              </a:spcBef>
              <a:spcAft>
                <a:spcPts val="0"/>
              </a:spcAft>
              <a:buClr>
                <a:schemeClr val="dk2"/>
              </a:buClr>
              <a:buSzPts val="1400"/>
              <a:buFont typeface="Arial"/>
              <a:buChar char="■"/>
              <a:defRPr/>
            </a:lvl3pPr>
            <a:lvl4pPr indent="-317500" lvl="3" marL="1828800" algn="l">
              <a:lnSpc>
                <a:spcPct val="115000"/>
              </a:lnSpc>
              <a:spcBef>
                <a:spcPts val="0"/>
              </a:spcBef>
              <a:spcAft>
                <a:spcPts val="0"/>
              </a:spcAft>
              <a:buClr>
                <a:schemeClr val="dk2"/>
              </a:buClr>
              <a:buSzPts val="1400"/>
              <a:buFont typeface="Arial"/>
              <a:buChar char="●"/>
              <a:defRPr/>
            </a:lvl4pPr>
            <a:lvl5pPr indent="-317500" lvl="4" marL="2286000" algn="l">
              <a:lnSpc>
                <a:spcPct val="115000"/>
              </a:lnSpc>
              <a:spcBef>
                <a:spcPts val="0"/>
              </a:spcBef>
              <a:spcAft>
                <a:spcPts val="0"/>
              </a:spcAft>
              <a:buClr>
                <a:schemeClr val="dk2"/>
              </a:buClr>
              <a:buSzPts val="1400"/>
              <a:buFont typeface="Arial"/>
              <a:buChar char="○"/>
              <a:defRPr/>
            </a:lvl5pPr>
            <a:lvl6pPr indent="-317500" lvl="5" marL="2743200" algn="l">
              <a:lnSpc>
                <a:spcPct val="115000"/>
              </a:lnSpc>
              <a:spcBef>
                <a:spcPts val="0"/>
              </a:spcBef>
              <a:spcAft>
                <a:spcPts val="0"/>
              </a:spcAft>
              <a:buClr>
                <a:schemeClr val="dk2"/>
              </a:buClr>
              <a:buSzPts val="1400"/>
              <a:buFont typeface="Arial"/>
              <a:buChar char="■"/>
              <a:defRPr/>
            </a:lvl6pPr>
            <a:lvl7pPr indent="-317500" lvl="6" marL="3200400" algn="l">
              <a:lnSpc>
                <a:spcPct val="115000"/>
              </a:lnSpc>
              <a:spcBef>
                <a:spcPts val="0"/>
              </a:spcBef>
              <a:spcAft>
                <a:spcPts val="0"/>
              </a:spcAft>
              <a:buClr>
                <a:schemeClr val="dk2"/>
              </a:buClr>
              <a:buSzPts val="1400"/>
              <a:buFont typeface="Arial"/>
              <a:buChar char="●"/>
              <a:defRPr/>
            </a:lvl7pPr>
            <a:lvl8pPr indent="-317500" lvl="7" marL="3657600" algn="l">
              <a:lnSpc>
                <a:spcPct val="115000"/>
              </a:lnSpc>
              <a:spcBef>
                <a:spcPts val="0"/>
              </a:spcBef>
              <a:spcAft>
                <a:spcPts val="0"/>
              </a:spcAft>
              <a:buClr>
                <a:schemeClr val="dk2"/>
              </a:buClr>
              <a:buSzPts val="1400"/>
              <a:buFont typeface="Arial"/>
              <a:buChar char="○"/>
              <a:defRPr/>
            </a:lvl8pPr>
            <a:lvl9pPr indent="-317500" lvl="8" marL="4114800" algn="l">
              <a:lnSpc>
                <a:spcPct val="115000"/>
              </a:lnSpc>
              <a:spcBef>
                <a:spcPts val="0"/>
              </a:spcBef>
              <a:spcAft>
                <a:spcPts val="0"/>
              </a:spcAft>
              <a:buClr>
                <a:schemeClr val="dk2"/>
              </a:buClr>
              <a:buSzPts val="1400"/>
              <a:buFont typeface="Arial"/>
              <a:buChar char="■"/>
              <a:defRPr/>
            </a:lvl9pPr>
          </a:lstStyle>
          <a:p/>
        </p:txBody>
      </p:sp>
      <p:sp>
        <p:nvSpPr>
          <p:cNvPr id="141" name="Google Shape;14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2" name="Shape 142"/>
        <p:cNvGrpSpPr/>
        <p:nvPr/>
      </p:nvGrpSpPr>
      <p:grpSpPr>
        <a:xfrm>
          <a:off x="0" y="0"/>
          <a:ext cx="0" cy="0"/>
          <a:chOff x="0" y="0"/>
          <a:chExt cx="0" cy="0"/>
        </a:xfrm>
      </p:grpSpPr>
      <p:sp>
        <p:nvSpPr>
          <p:cNvPr id="143" name="Google Shape;14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4" name="Google Shape;144;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2"/>
              </a:buClr>
              <a:buSzPts val="1400"/>
              <a:buFont typeface="Arial"/>
              <a:buChar char="●"/>
              <a:defRPr sz="14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45" name="Google Shape;145;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2"/>
              </a:buClr>
              <a:buSzPts val="1400"/>
              <a:buFont typeface="Arial"/>
              <a:buChar char="●"/>
              <a:defRPr sz="14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46" name="Google Shape;1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9" name="Google Shape;1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Clr>
                <a:schemeClr val="dk1"/>
              </a:buClr>
              <a:buSzPts val="2400"/>
              <a:buFont typeface="Arial"/>
              <a:buNone/>
              <a:defRPr sz="2400"/>
            </a:lvl2pPr>
            <a:lvl3pPr lvl="2" algn="l">
              <a:lnSpc>
                <a:spcPct val="100000"/>
              </a:lnSpc>
              <a:spcBef>
                <a:spcPts val="0"/>
              </a:spcBef>
              <a:spcAft>
                <a:spcPts val="0"/>
              </a:spcAft>
              <a:buClr>
                <a:schemeClr val="dk1"/>
              </a:buClr>
              <a:buSzPts val="2400"/>
              <a:buFont typeface="Arial"/>
              <a:buNone/>
              <a:defRPr sz="2400"/>
            </a:lvl3pPr>
            <a:lvl4pPr lvl="3" algn="l">
              <a:lnSpc>
                <a:spcPct val="100000"/>
              </a:lnSpc>
              <a:spcBef>
                <a:spcPts val="0"/>
              </a:spcBef>
              <a:spcAft>
                <a:spcPts val="0"/>
              </a:spcAft>
              <a:buClr>
                <a:schemeClr val="dk1"/>
              </a:buClr>
              <a:buSzPts val="2400"/>
              <a:buFont typeface="Arial"/>
              <a:buNone/>
              <a:defRPr sz="2400"/>
            </a:lvl4pPr>
            <a:lvl5pPr lvl="4" algn="l">
              <a:lnSpc>
                <a:spcPct val="100000"/>
              </a:lnSpc>
              <a:spcBef>
                <a:spcPts val="0"/>
              </a:spcBef>
              <a:spcAft>
                <a:spcPts val="0"/>
              </a:spcAft>
              <a:buClr>
                <a:schemeClr val="dk1"/>
              </a:buClr>
              <a:buSzPts val="2400"/>
              <a:buFont typeface="Arial"/>
              <a:buNone/>
              <a:defRPr sz="2400"/>
            </a:lvl5pPr>
            <a:lvl6pPr lvl="5" algn="l">
              <a:lnSpc>
                <a:spcPct val="100000"/>
              </a:lnSpc>
              <a:spcBef>
                <a:spcPts val="0"/>
              </a:spcBef>
              <a:spcAft>
                <a:spcPts val="0"/>
              </a:spcAft>
              <a:buClr>
                <a:schemeClr val="dk1"/>
              </a:buClr>
              <a:buSzPts val="2400"/>
              <a:buFont typeface="Arial"/>
              <a:buNone/>
              <a:defRPr sz="2400"/>
            </a:lvl6pPr>
            <a:lvl7pPr lvl="6" algn="l">
              <a:lnSpc>
                <a:spcPct val="100000"/>
              </a:lnSpc>
              <a:spcBef>
                <a:spcPts val="0"/>
              </a:spcBef>
              <a:spcAft>
                <a:spcPts val="0"/>
              </a:spcAft>
              <a:buClr>
                <a:schemeClr val="dk1"/>
              </a:buClr>
              <a:buSzPts val="2400"/>
              <a:buFont typeface="Arial"/>
              <a:buNone/>
              <a:defRPr sz="2400"/>
            </a:lvl7pPr>
            <a:lvl8pPr lvl="7" algn="l">
              <a:lnSpc>
                <a:spcPct val="100000"/>
              </a:lnSpc>
              <a:spcBef>
                <a:spcPts val="0"/>
              </a:spcBef>
              <a:spcAft>
                <a:spcPts val="0"/>
              </a:spcAft>
              <a:buClr>
                <a:schemeClr val="dk1"/>
              </a:buClr>
              <a:buSzPts val="2400"/>
              <a:buFont typeface="Arial"/>
              <a:buNone/>
              <a:defRPr sz="2400"/>
            </a:lvl8pPr>
            <a:lvl9pPr lvl="8" algn="l">
              <a:lnSpc>
                <a:spcPct val="100000"/>
              </a:lnSpc>
              <a:spcBef>
                <a:spcPts val="0"/>
              </a:spcBef>
              <a:spcAft>
                <a:spcPts val="0"/>
              </a:spcAft>
              <a:buClr>
                <a:schemeClr val="dk1"/>
              </a:buClr>
              <a:buSzPts val="2400"/>
              <a:buFont typeface="Arial"/>
              <a:buNone/>
              <a:defRPr sz="2400"/>
            </a:lvl9pPr>
          </a:lstStyle>
          <a:p/>
        </p:txBody>
      </p:sp>
      <p:sp>
        <p:nvSpPr>
          <p:cNvPr id="152" name="Google Shape;152;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2"/>
              </a:buClr>
              <a:buSzPts val="1200"/>
              <a:buFont typeface="Arial"/>
              <a:buChar char="●"/>
              <a:defRPr sz="12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53" name="Google Shape;15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4" name="Shape 154"/>
        <p:cNvGrpSpPr/>
        <p:nvPr/>
      </p:nvGrpSpPr>
      <p:grpSpPr>
        <a:xfrm>
          <a:off x="0" y="0"/>
          <a:ext cx="0" cy="0"/>
          <a:chOff x="0" y="0"/>
          <a:chExt cx="0" cy="0"/>
        </a:xfrm>
      </p:grpSpPr>
      <p:sp>
        <p:nvSpPr>
          <p:cNvPr id="155" name="Google Shape;155;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1"/>
              </a:buClr>
              <a:buSzPts val="4800"/>
              <a:buFont typeface="Arial"/>
              <a:buNone/>
              <a:defRPr sz="4800"/>
            </a:lvl1pPr>
            <a:lvl2pPr lvl="1" algn="l">
              <a:lnSpc>
                <a:spcPct val="100000"/>
              </a:lnSpc>
              <a:spcBef>
                <a:spcPts val="0"/>
              </a:spcBef>
              <a:spcAft>
                <a:spcPts val="0"/>
              </a:spcAft>
              <a:buClr>
                <a:schemeClr val="dk1"/>
              </a:buClr>
              <a:buSzPts val="4800"/>
              <a:buFont typeface="Arial"/>
              <a:buNone/>
              <a:defRPr sz="4800"/>
            </a:lvl2pPr>
            <a:lvl3pPr lvl="2" algn="l">
              <a:lnSpc>
                <a:spcPct val="100000"/>
              </a:lnSpc>
              <a:spcBef>
                <a:spcPts val="0"/>
              </a:spcBef>
              <a:spcAft>
                <a:spcPts val="0"/>
              </a:spcAft>
              <a:buClr>
                <a:schemeClr val="dk1"/>
              </a:buClr>
              <a:buSzPts val="4800"/>
              <a:buFont typeface="Arial"/>
              <a:buNone/>
              <a:defRPr sz="4800"/>
            </a:lvl3pPr>
            <a:lvl4pPr lvl="3" algn="l">
              <a:lnSpc>
                <a:spcPct val="100000"/>
              </a:lnSpc>
              <a:spcBef>
                <a:spcPts val="0"/>
              </a:spcBef>
              <a:spcAft>
                <a:spcPts val="0"/>
              </a:spcAft>
              <a:buClr>
                <a:schemeClr val="dk1"/>
              </a:buClr>
              <a:buSzPts val="4800"/>
              <a:buFont typeface="Arial"/>
              <a:buNone/>
              <a:defRPr sz="4800"/>
            </a:lvl4pPr>
            <a:lvl5pPr lvl="4" algn="l">
              <a:lnSpc>
                <a:spcPct val="100000"/>
              </a:lnSpc>
              <a:spcBef>
                <a:spcPts val="0"/>
              </a:spcBef>
              <a:spcAft>
                <a:spcPts val="0"/>
              </a:spcAft>
              <a:buClr>
                <a:schemeClr val="dk1"/>
              </a:buClr>
              <a:buSzPts val="4800"/>
              <a:buFont typeface="Arial"/>
              <a:buNone/>
              <a:defRPr sz="4800"/>
            </a:lvl5pPr>
            <a:lvl6pPr lvl="5" algn="l">
              <a:lnSpc>
                <a:spcPct val="100000"/>
              </a:lnSpc>
              <a:spcBef>
                <a:spcPts val="0"/>
              </a:spcBef>
              <a:spcAft>
                <a:spcPts val="0"/>
              </a:spcAft>
              <a:buClr>
                <a:schemeClr val="dk1"/>
              </a:buClr>
              <a:buSzPts val="4800"/>
              <a:buFont typeface="Arial"/>
              <a:buNone/>
              <a:defRPr sz="4800"/>
            </a:lvl6pPr>
            <a:lvl7pPr lvl="6" algn="l">
              <a:lnSpc>
                <a:spcPct val="100000"/>
              </a:lnSpc>
              <a:spcBef>
                <a:spcPts val="0"/>
              </a:spcBef>
              <a:spcAft>
                <a:spcPts val="0"/>
              </a:spcAft>
              <a:buClr>
                <a:schemeClr val="dk1"/>
              </a:buClr>
              <a:buSzPts val="4800"/>
              <a:buFont typeface="Arial"/>
              <a:buNone/>
              <a:defRPr sz="4800"/>
            </a:lvl7pPr>
            <a:lvl8pPr lvl="7" algn="l">
              <a:lnSpc>
                <a:spcPct val="100000"/>
              </a:lnSpc>
              <a:spcBef>
                <a:spcPts val="0"/>
              </a:spcBef>
              <a:spcAft>
                <a:spcPts val="0"/>
              </a:spcAft>
              <a:buClr>
                <a:schemeClr val="dk1"/>
              </a:buClr>
              <a:buSzPts val="4800"/>
              <a:buFont typeface="Arial"/>
              <a:buNone/>
              <a:defRPr sz="4800"/>
            </a:lvl8pPr>
            <a:lvl9pPr lvl="8" algn="l">
              <a:lnSpc>
                <a:spcPct val="100000"/>
              </a:lnSpc>
              <a:spcBef>
                <a:spcPts val="0"/>
              </a:spcBef>
              <a:spcAft>
                <a:spcPts val="0"/>
              </a:spcAft>
              <a:buClr>
                <a:schemeClr val="dk1"/>
              </a:buClr>
              <a:buSzPts val="4800"/>
              <a:buFont typeface="Arial"/>
              <a:buNone/>
              <a:defRPr sz="4800"/>
            </a:lvl9pPr>
          </a:lstStyle>
          <a:p/>
        </p:txBody>
      </p:sp>
      <p:sp>
        <p:nvSpPr>
          <p:cNvPr id="156" name="Google Shape;15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9" name="Google Shape;159;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4200"/>
              <a:buFont typeface="Arial"/>
              <a:buNone/>
              <a:defRPr sz="4200"/>
            </a:lvl1pPr>
            <a:lvl2pPr lvl="1" algn="ctr">
              <a:lnSpc>
                <a:spcPct val="100000"/>
              </a:lnSpc>
              <a:spcBef>
                <a:spcPts val="0"/>
              </a:spcBef>
              <a:spcAft>
                <a:spcPts val="0"/>
              </a:spcAft>
              <a:buClr>
                <a:schemeClr val="dk1"/>
              </a:buClr>
              <a:buSzPts val="4200"/>
              <a:buFont typeface="Arial"/>
              <a:buNone/>
              <a:defRPr sz="4200"/>
            </a:lvl2pPr>
            <a:lvl3pPr lvl="2" algn="ctr">
              <a:lnSpc>
                <a:spcPct val="100000"/>
              </a:lnSpc>
              <a:spcBef>
                <a:spcPts val="0"/>
              </a:spcBef>
              <a:spcAft>
                <a:spcPts val="0"/>
              </a:spcAft>
              <a:buClr>
                <a:schemeClr val="dk1"/>
              </a:buClr>
              <a:buSzPts val="4200"/>
              <a:buFont typeface="Arial"/>
              <a:buNone/>
              <a:defRPr sz="4200"/>
            </a:lvl3pPr>
            <a:lvl4pPr lvl="3" algn="ctr">
              <a:lnSpc>
                <a:spcPct val="100000"/>
              </a:lnSpc>
              <a:spcBef>
                <a:spcPts val="0"/>
              </a:spcBef>
              <a:spcAft>
                <a:spcPts val="0"/>
              </a:spcAft>
              <a:buClr>
                <a:schemeClr val="dk1"/>
              </a:buClr>
              <a:buSzPts val="4200"/>
              <a:buFont typeface="Arial"/>
              <a:buNone/>
              <a:defRPr sz="4200"/>
            </a:lvl4pPr>
            <a:lvl5pPr lvl="4" algn="ctr">
              <a:lnSpc>
                <a:spcPct val="100000"/>
              </a:lnSpc>
              <a:spcBef>
                <a:spcPts val="0"/>
              </a:spcBef>
              <a:spcAft>
                <a:spcPts val="0"/>
              </a:spcAft>
              <a:buClr>
                <a:schemeClr val="dk1"/>
              </a:buClr>
              <a:buSzPts val="4200"/>
              <a:buFont typeface="Arial"/>
              <a:buNone/>
              <a:defRPr sz="4200"/>
            </a:lvl5pPr>
            <a:lvl6pPr lvl="5" algn="ctr">
              <a:lnSpc>
                <a:spcPct val="100000"/>
              </a:lnSpc>
              <a:spcBef>
                <a:spcPts val="0"/>
              </a:spcBef>
              <a:spcAft>
                <a:spcPts val="0"/>
              </a:spcAft>
              <a:buClr>
                <a:schemeClr val="dk1"/>
              </a:buClr>
              <a:buSzPts val="4200"/>
              <a:buFont typeface="Arial"/>
              <a:buNone/>
              <a:defRPr sz="4200"/>
            </a:lvl6pPr>
            <a:lvl7pPr lvl="6" algn="ctr">
              <a:lnSpc>
                <a:spcPct val="100000"/>
              </a:lnSpc>
              <a:spcBef>
                <a:spcPts val="0"/>
              </a:spcBef>
              <a:spcAft>
                <a:spcPts val="0"/>
              </a:spcAft>
              <a:buClr>
                <a:schemeClr val="dk1"/>
              </a:buClr>
              <a:buSzPts val="4200"/>
              <a:buFont typeface="Arial"/>
              <a:buNone/>
              <a:defRPr sz="4200"/>
            </a:lvl7pPr>
            <a:lvl8pPr lvl="7" algn="ctr">
              <a:lnSpc>
                <a:spcPct val="100000"/>
              </a:lnSpc>
              <a:spcBef>
                <a:spcPts val="0"/>
              </a:spcBef>
              <a:spcAft>
                <a:spcPts val="0"/>
              </a:spcAft>
              <a:buClr>
                <a:schemeClr val="dk1"/>
              </a:buClr>
              <a:buSzPts val="4200"/>
              <a:buFont typeface="Arial"/>
              <a:buNone/>
              <a:defRPr sz="4200"/>
            </a:lvl8pPr>
            <a:lvl9pPr lvl="8" algn="ctr">
              <a:lnSpc>
                <a:spcPct val="100000"/>
              </a:lnSpc>
              <a:spcBef>
                <a:spcPts val="0"/>
              </a:spcBef>
              <a:spcAft>
                <a:spcPts val="0"/>
              </a:spcAft>
              <a:buClr>
                <a:schemeClr val="dk1"/>
              </a:buClr>
              <a:buSzPts val="4200"/>
              <a:buFont typeface="Arial"/>
              <a:buNone/>
              <a:defRPr sz="4200"/>
            </a:lvl9pPr>
          </a:lstStyle>
          <a:p/>
        </p:txBody>
      </p:sp>
      <p:sp>
        <p:nvSpPr>
          <p:cNvPr id="160" name="Google Shape;160;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2100"/>
              <a:buFont typeface="Arial"/>
              <a:buNone/>
              <a:defRPr sz="2100"/>
            </a:lvl1pPr>
            <a:lvl2pPr lvl="1" algn="ctr">
              <a:lnSpc>
                <a:spcPct val="100000"/>
              </a:lnSpc>
              <a:spcBef>
                <a:spcPts val="0"/>
              </a:spcBef>
              <a:spcAft>
                <a:spcPts val="0"/>
              </a:spcAft>
              <a:buClr>
                <a:schemeClr val="dk2"/>
              </a:buClr>
              <a:buSzPts val="2100"/>
              <a:buFont typeface="Arial"/>
              <a:buNone/>
              <a:defRPr sz="2100"/>
            </a:lvl2pPr>
            <a:lvl3pPr lvl="2" algn="ctr">
              <a:lnSpc>
                <a:spcPct val="100000"/>
              </a:lnSpc>
              <a:spcBef>
                <a:spcPts val="0"/>
              </a:spcBef>
              <a:spcAft>
                <a:spcPts val="0"/>
              </a:spcAft>
              <a:buClr>
                <a:schemeClr val="dk2"/>
              </a:buClr>
              <a:buSzPts val="2100"/>
              <a:buFont typeface="Arial"/>
              <a:buNone/>
              <a:defRPr sz="2100"/>
            </a:lvl3pPr>
            <a:lvl4pPr lvl="3" algn="ctr">
              <a:lnSpc>
                <a:spcPct val="100000"/>
              </a:lnSpc>
              <a:spcBef>
                <a:spcPts val="0"/>
              </a:spcBef>
              <a:spcAft>
                <a:spcPts val="0"/>
              </a:spcAft>
              <a:buClr>
                <a:schemeClr val="dk2"/>
              </a:buClr>
              <a:buSzPts val="2100"/>
              <a:buFont typeface="Arial"/>
              <a:buNone/>
              <a:defRPr sz="2100"/>
            </a:lvl4pPr>
            <a:lvl5pPr lvl="4" algn="ctr">
              <a:lnSpc>
                <a:spcPct val="100000"/>
              </a:lnSpc>
              <a:spcBef>
                <a:spcPts val="0"/>
              </a:spcBef>
              <a:spcAft>
                <a:spcPts val="0"/>
              </a:spcAft>
              <a:buClr>
                <a:schemeClr val="dk2"/>
              </a:buClr>
              <a:buSzPts val="2100"/>
              <a:buFont typeface="Arial"/>
              <a:buNone/>
              <a:defRPr sz="2100"/>
            </a:lvl5pPr>
            <a:lvl6pPr lvl="5" algn="ctr">
              <a:lnSpc>
                <a:spcPct val="100000"/>
              </a:lnSpc>
              <a:spcBef>
                <a:spcPts val="0"/>
              </a:spcBef>
              <a:spcAft>
                <a:spcPts val="0"/>
              </a:spcAft>
              <a:buClr>
                <a:schemeClr val="dk2"/>
              </a:buClr>
              <a:buSzPts val="2100"/>
              <a:buFont typeface="Arial"/>
              <a:buNone/>
              <a:defRPr sz="2100"/>
            </a:lvl6pPr>
            <a:lvl7pPr lvl="6" algn="ctr">
              <a:lnSpc>
                <a:spcPct val="100000"/>
              </a:lnSpc>
              <a:spcBef>
                <a:spcPts val="0"/>
              </a:spcBef>
              <a:spcAft>
                <a:spcPts val="0"/>
              </a:spcAft>
              <a:buClr>
                <a:schemeClr val="dk2"/>
              </a:buClr>
              <a:buSzPts val="2100"/>
              <a:buFont typeface="Arial"/>
              <a:buNone/>
              <a:defRPr sz="2100"/>
            </a:lvl7pPr>
            <a:lvl8pPr lvl="7" algn="ctr">
              <a:lnSpc>
                <a:spcPct val="100000"/>
              </a:lnSpc>
              <a:spcBef>
                <a:spcPts val="0"/>
              </a:spcBef>
              <a:spcAft>
                <a:spcPts val="0"/>
              </a:spcAft>
              <a:buClr>
                <a:schemeClr val="dk2"/>
              </a:buClr>
              <a:buSzPts val="2100"/>
              <a:buFont typeface="Arial"/>
              <a:buNone/>
              <a:defRPr sz="2100"/>
            </a:lvl8pPr>
            <a:lvl9pPr lvl="8" algn="ctr">
              <a:lnSpc>
                <a:spcPct val="100000"/>
              </a:lnSpc>
              <a:spcBef>
                <a:spcPts val="0"/>
              </a:spcBef>
              <a:spcAft>
                <a:spcPts val="0"/>
              </a:spcAft>
              <a:buClr>
                <a:schemeClr val="dk2"/>
              </a:buClr>
              <a:buSzPts val="2100"/>
              <a:buFont typeface="Arial"/>
              <a:buNone/>
              <a:defRPr sz="2100"/>
            </a:lvl9pPr>
          </a:lstStyle>
          <a:p/>
        </p:txBody>
      </p:sp>
      <p:sp>
        <p:nvSpPr>
          <p:cNvPr id="161" name="Google Shape;161;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Font typeface="Arial"/>
              <a:buChar char="●"/>
              <a:defRPr/>
            </a:lvl1pPr>
            <a:lvl2pPr indent="-317500" lvl="1" marL="914400" algn="l">
              <a:lnSpc>
                <a:spcPct val="115000"/>
              </a:lnSpc>
              <a:spcBef>
                <a:spcPts val="0"/>
              </a:spcBef>
              <a:spcAft>
                <a:spcPts val="0"/>
              </a:spcAft>
              <a:buClr>
                <a:schemeClr val="dk2"/>
              </a:buClr>
              <a:buSzPts val="1400"/>
              <a:buFont typeface="Arial"/>
              <a:buChar char="○"/>
              <a:defRPr/>
            </a:lvl2pPr>
            <a:lvl3pPr indent="-317500" lvl="2" marL="1371600" algn="l">
              <a:lnSpc>
                <a:spcPct val="115000"/>
              </a:lnSpc>
              <a:spcBef>
                <a:spcPts val="0"/>
              </a:spcBef>
              <a:spcAft>
                <a:spcPts val="0"/>
              </a:spcAft>
              <a:buClr>
                <a:schemeClr val="dk2"/>
              </a:buClr>
              <a:buSzPts val="1400"/>
              <a:buFont typeface="Arial"/>
              <a:buChar char="■"/>
              <a:defRPr/>
            </a:lvl3pPr>
            <a:lvl4pPr indent="-317500" lvl="3" marL="1828800" algn="l">
              <a:lnSpc>
                <a:spcPct val="115000"/>
              </a:lnSpc>
              <a:spcBef>
                <a:spcPts val="0"/>
              </a:spcBef>
              <a:spcAft>
                <a:spcPts val="0"/>
              </a:spcAft>
              <a:buClr>
                <a:schemeClr val="dk2"/>
              </a:buClr>
              <a:buSzPts val="1400"/>
              <a:buFont typeface="Arial"/>
              <a:buChar char="●"/>
              <a:defRPr/>
            </a:lvl4pPr>
            <a:lvl5pPr indent="-317500" lvl="4" marL="2286000" algn="l">
              <a:lnSpc>
                <a:spcPct val="115000"/>
              </a:lnSpc>
              <a:spcBef>
                <a:spcPts val="0"/>
              </a:spcBef>
              <a:spcAft>
                <a:spcPts val="0"/>
              </a:spcAft>
              <a:buClr>
                <a:schemeClr val="dk2"/>
              </a:buClr>
              <a:buSzPts val="1400"/>
              <a:buFont typeface="Arial"/>
              <a:buChar char="○"/>
              <a:defRPr/>
            </a:lvl5pPr>
            <a:lvl6pPr indent="-317500" lvl="5" marL="2743200" algn="l">
              <a:lnSpc>
                <a:spcPct val="115000"/>
              </a:lnSpc>
              <a:spcBef>
                <a:spcPts val="0"/>
              </a:spcBef>
              <a:spcAft>
                <a:spcPts val="0"/>
              </a:spcAft>
              <a:buClr>
                <a:schemeClr val="dk2"/>
              </a:buClr>
              <a:buSzPts val="1400"/>
              <a:buFont typeface="Arial"/>
              <a:buChar char="■"/>
              <a:defRPr/>
            </a:lvl6pPr>
            <a:lvl7pPr indent="-317500" lvl="6" marL="3200400" algn="l">
              <a:lnSpc>
                <a:spcPct val="115000"/>
              </a:lnSpc>
              <a:spcBef>
                <a:spcPts val="0"/>
              </a:spcBef>
              <a:spcAft>
                <a:spcPts val="0"/>
              </a:spcAft>
              <a:buClr>
                <a:schemeClr val="dk2"/>
              </a:buClr>
              <a:buSzPts val="1400"/>
              <a:buFont typeface="Arial"/>
              <a:buChar char="●"/>
              <a:defRPr/>
            </a:lvl7pPr>
            <a:lvl8pPr indent="-317500" lvl="7" marL="3657600" algn="l">
              <a:lnSpc>
                <a:spcPct val="115000"/>
              </a:lnSpc>
              <a:spcBef>
                <a:spcPts val="0"/>
              </a:spcBef>
              <a:spcAft>
                <a:spcPts val="0"/>
              </a:spcAft>
              <a:buClr>
                <a:schemeClr val="dk2"/>
              </a:buClr>
              <a:buSzPts val="1400"/>
              <a:buFont typeface="Arial"/>
              <a:buChar char="○"/>
              <a:defRPr/>
            </a:lvl8pPr>
            <a:lvl9pPr indent="-317500" lvl="8" marL="4114800" algn="l">
              <a:lnSpc>
                <a:spcPct val="115000"/>
              </a:lnSpc>
              <a:spcBef>
                <a:spcPts val="0"/>
              </a:spcBef>
              <a:spcAft>
                <a:spcPts val="0"/>
              </a:spcAft>
              <a:buClr>
                <a:schemeClr val="dk2"/>
              </a:buClr>
              <a:buSzPts val="1400"/>
              <a:buFont typeface="Arial"/>
              <a:buChar char="■"/>
              <a:defRPr/>
            </a:lvl9pPr>
          </a:lstStyle>
          <a:p/>
        </p:txBody>
      </p:sp>
      <p:sp>
        <p:nvSpPr>
          <p:cNvPr id="162" name="Google Shape;16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3" name="Shape 163"/>
        <p:cNvGrpSpPr/>
        <p:nvPr/>
      </p:nvGrpSpPr>
      <p:grpSpPr>
        <a:xfrm>
          <a:off x="0" y="0"/>
          <a:ext cx="0" cy="0"/>
          <a:chOff x="0" y="0"/>
          <a:chExt cx="0" cy="0"/>
        </a:xfrm>
      </p:grpSpPr>
      <p:sp>
        <p:nvSpPr>
          <p:cNvPr id="164" name="Google Shape;164;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2"/>
              </a:buClr>
              <a:buSzPts val="1800"/>
              <a:buFont typeface="Arial"/>
              <a:buNone/>
              <a:defRPr/>
            </a:lvl1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6" name="Shape 166"/>
        <p:cNvGrpSpPr/>
        <p:nvPr/>
      </p:nvGrpSpPr>
      <p:grpSpPr>
        <a:xfrm>
          <a:off x="0" y="0"/>
          <a:ext cx="0" cy="0"/>
          <a:chOff x="0" y="0"/>
          <a:chExt cx="0" cy="0"/>
        </a:xfrm>
      </p:grpSpPr>
      <p:sp>
        <p:nvSpPr>
          <p:cNvPr id="167" name="Google Shape;167;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12000"/>
              <a:buFont typeface="Arial"/>
              <a:buNone/>
              <a:defRPr sz="12000"/>
            </a:lvl1pPr>
            <a:lvl2pPr lvl="1" algn="ctr">
              <a:lnSpc>
                <a:spcPct val="100000"/>
              </a:lnSpc>
              <a:spcBef>
                <a:spcPts val="0"/>
              </a:spcBef>
              <a:spcAft>
                <a:spcPts val="0"/>
              </a:spcAft>
              <a:buClr>
                <a:schemeClr val="dk1"/>
              </a:buClr>
              <a:buSzPts val="12000"/>
              <a:buFont typeface="Arial"/>
              <a:buNone/>
              <a:defRPr sz="12000"/>
            </a:lvl2pPr>
            <a:lvl3pPr lvl="2" algn="ctr">
              <a:lnSpc>
                <a:spcPct val="100000"/>
              </a:lnSpc>
              <a:spcBef>
                <a:spcPts val="0"/>
              </a:spcBef>
              <a:spcAft>
                <a:spcPts val="0"/>
              </a:spcAft>
              <a:buClr>
                <a:schemeClr val="dk1"/>
              </a:buClr>
              <a:buSzPts val="12000"/>
              <a:buFont typeface="Arial"/>
              <a:buNone/>
              <a:defRPr sz="12000"/>
            </a:lvl3pPr>
            <a:lvl4pPr lvl="3" algn="ctr">
              <a:lnSpc>
                <a:spcPct val="100000"/>
              </a:lnSpc>
              <a:spcBef>
                <a:spcPts val="0"/>
              </a:spcBef>
              <a:spcAft>
                <a:spcPts val="0"/>
              </a:spcAft>
              <a:buClr>
                <a:schemeClr val="dk1"/>
              </a:buClr>
              <a:buSzPts val="12000"/>
              <a:buFont typeface="Arial"/>
              <a:buNone/>
              <a:defRPr sz="12000"/>
            </a:lvl4pPr>
            <a:lvl5pPr lvl="4" algn="ctr">
              <a:lnSpc>
                <a:spcPct val="100000"/>
              </a:lnSpc>
              <a:spcBef>
                <a:spcPts val="0"/>
              </a:spcBef>
              <a:spcAft>
                <a:spcPts val="0"/>
              </a:spcAft>
              <a:buClr>
                <a:schemeClr val="dk1"/>
              </a:buClr>
              <a:buSzPts val="12000"/>
              <a:buFont typeface="Arial"/>
              <a:buNone/>
              <a:defRPr sz="12000"/>
            </a:lvl5pPr>
            <a:lvl6pPr lvl="5" algn="ctr">
              <a:lnSpc>
                <a:spcPct val="100000"/>
              </a:lnSpc>
              <a:spcBef>
                <a:spcPts val="0"/>
              </a:spcBef>
              <a:spcAft>
                <a:spcPts val="0"/>
              </a:spcAft>
              <a:buClr>
                <a:schemeClr val="dk1"/>
              </a:buClr>
              <a:buSzPts val="12000"/>
              <a:buFont typeface="Arial"/>
              <a:buNone/>
              <a:defRPr sz="12000"/>
            </a:lvl6pPr>
            <a:lvl7pPr lvl="6" algn="ctr">
              <a:lnSpc>
                <a:spcPct val="100000"/>
              </a:lnSpc>
              <a:spcBef>
                <a:spcPts val="0"/>
              </a:spcBef>
              <a:spcAft>
                <a:spcPts val="0"/>
              </a:spcAft>
              <a:buClr>
                <a:schemeClr val="dk1"/>
              </a:buClr>
              <a:buSzPts val="12000"/>
              <a:buFont typeface="Arial"/>
              <a:buNone/>
              <a:defRPr sz="12000"/>
            </a:lvl7pPr>
            <a:lvl8pPr lvl="7" algn="ctr">
              <a:lnSpc>
                <a:spcPct val="100000"/>
              </a:lnSpc>
              <a:spcBef>
                <a:spcPts val="0"/>
              </a:spcBef>
              <a:spcAft>
                <a:spcPts val="0"/>
              </a:spcAft>
              <a:buClr>
                <a:schemeClr val="dk1"/>
              </a:buClr>
              <a:buSzPts val="12000"/>
              <a:buFont typeface="Arial"/>
              <a:buNone/>
              <a:defRPr sz="12000"/>
            </a:lvl8pPr>
            <a:lvl9pPr lvl="8" algn="ctr">
              <a:lnSpc>
                <a:spcPct val="100000"/>
              </a:lnSpc>
              <a:spcBef>
                <a:spcPts val="0"/>
              </a:spcBef>
              <a:spcAft>
                <a:spcPts val="0"/>
              </a:spcAft>
              <a:buClr>
                <a:schemeClr val="dk1"/>
              </a:buClr>
              <a:buSzPts val="12000"/>
              <a:buFont typeface="Arial"/>
              <a:buNone/>
              <a:defRPr sz="12000"/>
            </a:lvl9pPr>
          </a:lstStyle>
          <a:p>
            <a:r>
              <a:t>xx%</a:t>
            </a:r>
          </a:p>
        </p:txBody>
      </p:sp>
      <p:sp>
        <p:nvSpPr>
          <p:cNvPr id="168" name="Google Shape;168;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dk2"/>
              </a:buClr>
              <a:buSzPts val="1800"/>
              <a:buFont typeface="Arial"/>
              <a:buChar char="●"/>
              <a:defRPr/>
            </a:lvl1pPr>
            <a:lvl2pPr indent="-317500" lvl="1" marL="914400" algn="ctr">
              <a:lnSpc>
                <a:spcPct val="115000"/>
              </a:lnSpc>
              <a:spcBef>
                <a:spcPts val="0"/>
              </a:spcBef>
              <a:spcAft>
                <a:spcPts val="0"/>
              </a:spcAft>
              <a:buClr>
                <a:schemeClr val="dk2"/>
              </a:buClr>
              <a:buSzPts val="1400"/>
              <a:buFont typeface="Arial"/>
              <a:buChar char="○"/>
              <a:defRPr/>
            </a:lvl2pPr>
            <a:lvl3pPr indent="-317500" lvl="2" marL="1371600" algn="ctr">
              <a:lnSpc>
                <a:spcPct val="115000"/>
              </a:lnSpc>
              <a:spcBef>
                <a:spcPts val="0"/>
              </a:spcBef>
              <a:spcAft>
                <a:spcPts val="0"/>
              </a:spcAft>
              <a:buClr>
                <a:schemeClr val="dk2"/>
              </a:buClr>
              <a:buSzPts val="1400"/>
              <a:buFont typeface="Arial"/>
              <a:buChar char="■"/>
              <a:defRPr/>
            </a:lvl3pPr>
            <a:lvl4pPr indent="-317500" lvl="3" marL="1828800" algn="ctr">
              <a:lnSpc>
                <a:spcPct val="115000"/>
              </a:lnSpc>
              <a:spcBef>
                <a:spcPts val="0"/>
              </a:spcBef>
              <a:spcAft>
                <a:spcPts val="0"/>
              </a:spcAft>
              <a:buClr>
                <a:schemeClr val="dk2"/>
              </a:buClr>
              <a:buSzPts val="1400"/>
              <a:buFont typeface="Arial"/>
              <a:buChar char="●"/>
              <a:defRPr/>
            </a:lvl4pPr>
            <a:lvl5pPr indent="-317500" lvl="4" marL="2286000" algn="ctr">
              <a:lnSpc>
                <a:spcPct val="115000"/>
              </a:lnSpc>
              <a:spcBef>
                <a:spcPts val="0"/>
              </a:spcBef>
              <a:spcAft>
                <a:spcPts val="0"/>
              </a:spcAft>
              <a:buClr>
                <a:schemeClr val="dk2"/>
              </a:buClr>
              <a:buSzPts val="1400"/>
              <a:buFont typeface="Arial"/>
              <a:buChar char="○"/>
              <a:defRPr/>
            </a:lvl5pPr>
            <a:lvl6pPr indent="-317500" lvl="5" marL="2743200" algn="ctr">
              <a:lnSpc>
                <a:spcPct val="115000"/>
              </a:lnSpc>
              <a:spcBef>
                <a:spcPts val="0"/>
              </a:spcBef>
              <a:spcAft>
                <a:spcPts val="0"/>
              </a:spcAft>
              <a:buClr>
                <a:schemeClr val="dk2"/>
              </a:buClr>
              <a:buSzPts val="1400"/>
              <a:buFont typeface="Arial"/>
              <a:buChar char="■"/>
              <a:defRPr/>
            </a:lvl6pPr>
            <a:lvl7pPr indent="-317500" lvl="6" marL="3200400" algn="ctr">
              <a:lnSpc>
                <a:spcPct val="115000"/>
              </a:lnSpc>
              <a:spcBef>
                <a:spcPts val="0"/>
              </a:spcBef>
              <a:spcAft>
                <a:spcPts val="0"/>
              </a:spcAft>
              <a:buClr>
                <a:schemeClr val="dk2"/>
              </a:buClr>
              <a:buSzPts val="1400"/>
              <a:buFont typeface="Arial"/>
              <a:buChar char="●"/>
              <a:defRPr/>
            </a:lvl7pPr>
            <a:lvl8pPr indent="-317500" lvl="7" marL="3657600" algn="ctr">
              <a:lnSpc>
                <a:spcPct val="115000"/>
              </a:lnSpc>
              <a:spcBef>
                <a:spcPts val="0"/>
              </a:spcBef>
              <a:spcAft>
                <a:spcPts val="0"/>
              </a:spcAft>
              <a:buClr>
                <a:schemeClr val="dk2"/>
              </a:buClr>
              <a:buSzPts val="1400"/>
              <a:buFont typeface="Arial"/>
              <a:buChar char="○"/>
              <a:defRPr/>
            </a:lvl8pPr>
            <a:lvl9pPr indent="-317500" lvl="8" marL="4114800" algn="ctr">
              <a:lnSpc>
                <a:spcPct val="115000"/>
              </a:lnSpc>
              <a:spcBef>
                <a:spcPts val="0"/>
              </a:spcBef>
              <a:spcAft>
                <a:spcPts val="0"/>
              </a:spcAft>
              <a:buClr>
                <a:schemeClr val="dk2"/>
              </a:buClr>
              <a:buSzPts val="1400"/>
              <a:buFont typeface="Arial"/>
              <a:buChar char="■"/>
              <a:defRPr/>
            </a:lvl9pPr>
          </a:lstStyle>
          <a:p/>
        </p:txBody>
      </p:sp>
      <p:sp>
        <p:nvSpPr>
          <p:cNvPr id="169" name="Google Shape;16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1pPr>
            <a:lvl2pPr indent="0" lvl="1"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2pPr>
            <a:lvl3pPr indent="0" lvl="2"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3pPr>
            <a:lvl4pPr indent="0" lvl="3"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4pPr>
            <a:lvl5pPr indent="0" lvl="4"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5pPr>
            <a:lvl6pPr indent="0" lvl="5"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6pPr>
            <a:lvl7pPr indent="0" lvl="6"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7pPr>
            <a:lvl8pPr indent="0" lvl="7"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8pPr>
            <a:lvl9pPr indent="0" lvl="8"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5.png"/><Relationship Id="rId11" Type="http://schemas.openxmlformats.org/officeDocument/2006/relationships/image" Target="../media/image7.png"/><Relationship Id="rId10"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github.com/LuJunwen212/CP3405-Projec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173" name="Shape 173"/>
        <p:cNvGrpSpPr/>
        <p:nvPr/>
      </p:nvGrpSpPr>
      <p:grpSpPr>
        <a:xfrm>
          <a:off x="0" y="0"/>
          <a:ext cx="0" cy="0"/>
          <a:chOff x="0" y="0"/>
          <a:chExt cx="0" cy="0"/>
        </a:xfrm>
      </p:grpSpPr>
      <p:sp>
        <p:nvSpPr>
          <p:cNvPr id="174" name="Google Shape;174;p37"/>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37"/>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37"/>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177" name="Google Shape;177;p37"/>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178" name="Google Shape;178;p37"/>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1500">
                <a:solidFill>
                  <a:srgbClr val="C8D4E3"/>
                </a:solidFill>
                <a:latin typeface="Arial"/>
                <a:ea typeface="Arial"/>
                <a:cs typeface="Arial"/>
                <a:sym typeface="Arial"/>
              </a:rPr>
              <a:t>Sprint </a:t>
            </a:r>
            <a:r>
              <a:rPr lang="en-GB" sz="1500">
                <a:solidFill>
                  <a:srgbClr val="C8D4E3"/>
                </a:solidFill>
              </a:rPr>
              <a:t>7</a:t>
            </a:r>
            <a:r>
              <a:rPr lang="en-GB" sz="1500">
                <a:solidFill>
                  <a:srgbClr val="C8D4E3"/>
                </a:solidFill>
              </a:rPr>
              <a:t> - W29</a:t>
            </a:r>
            <a:r>
              <a:rPr b="0" lang="en-GB"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179" name="Google Shape;179;p37"/>
          <p:cNvSpPr/>
          <p:nvPr/>
        </p:nvSpPr>
        <p:spPr>
          <a:xfrm>
            <a:off x="621792" y="2642616"/>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The Bao Le</a:t>
            </a:r>
            <a:endParaRPr sz="1200">
              <a:solidFill>
                <a:schemeClr val="lt1"/>
              </a:solidFill>
              <a:latin typeface="Arial"/>
              <a:ea typeface="Arial"/>
              <a:cs typeface="Arial"/>
              <a:sym typeface="Arial"/>
            </a:endParaRPr>
          </a:p>
        </p:txBody>
      </p:sp>
      <p:sp>
        <p:nvSpPr>
          <p:cNvPr id="180" name="Google Shape;180;p37"/>
          <p:cNvSpPr/>
          <p:nvPr/>
        </p:nvSpPr>
        <p:spPr>
          <a:xfrm>
            <a:off x="4553702" y="3435854"/>
            <a:ext cx="1783200" cy="210300"/>
          </a:xfrm>
          <a:prstGeom prst="roundRect">
            <a:avLst>
              <a:gd fmla="val 16667" name="adj"/>
            </a:avLst>
          </a:prstGeom>
          <a:solidFill>
            <a:srgbClr val="A64D79"/>
          </a:solidFill>
          <a:ln cap="flat" cmpd="sng" w="12700">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Swan Htet Zaw</a:t>
            </a:r>
            <a:endParaRPr sz="1200">
              <a:solidFill>
                <a:schemeClr val="lt1"/>
              </a:solidFill>
              <a:latin typeface="Arial"/>
              <a:ea typeface="Arial"/>
              <a:cs typeface="Arial"/>
              <a:sym typeface="Arial"/>
            </a:endParaRPr>
          </a:p>
        </p:txBody>
      </p:sp>
      <p:sp>
        <p:nvSpPr>
          <p:cNvPr id="181" name="Google Shape;181;p37"/>
          <p:cNvSpPr/>
          <p:nvPr/>
        </p:nvSpPr>
        <p:spPr>
          <a:xfrm>
            <a:off x="4553712" y="304494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Wang Hao</a:t>
            </a:r>
            <a:endParaRPr sz="1200">
              <a:solidFill>
                <a:schemeClr val="lt1"/>
              </a:solidFill>
              <a:latin typeface="Arial"/>
              <a:ea typeface="Arial"/>
              <a:cs typeface="Arial"/>
              <a:sym typeface="Arial"/>
            </a:endParaRPr>
          </a:p>
        </p:txBody>
      </p:sp>
      <p:sp>
        <p:nvSpPr>
          <p:cNvPr id="182" name="Google Shape;182;p37"/>
          <p:cNvSpPr/>
          <p:nvPr/>
        </p:nvSpPr>
        <p:spPr>
          <a:xfrm>
            <a:off x="62179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Zheng Zaikun</a:t>
            </a:r>
            <a:endParaRPr sz="1200">
              <a:solidFill>
                <a:schemeClr val="lt1"/>
              </a:solidFill>
              <a:latin typeface="Arial"/>
              <a:ea typeface="Arial"/>
              <a:cs typeface="Arial"/>
              <a:sym typeface="Arial"/>
            </a:endParaRPr>
          </a:p>
        </p:txBody>
      </p:sp>
      <p:sp>
        <p:nvSpPr>
          <p:cNvPr id="183" name="Google Shape;183;p37"/>
          <p:cNvSpPr/>
          <p:nvPr/>
        </p:nvSpPr>
        <p:spPr>
          <a:xfrm>
            <a:off x="4553702" y="2642602"/>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Guanyu Lu</a:t>
            </a:r>
            <a:endParaRPr sz="1200">
              <a:solidFill>
                <a:schemeClr val="lt1"/>
              </a:solidFill>
              <a:latin typeface="Arial"/>
              <a:ea typeface="Arial"/>
              <a:cs typeface="Arial"/>
              <a:sym typeface="Arial"/>
            </a:endParaRPr>
          </a:p>
        </p:txBody>
      </p:sp>
      <p:sp>
        <p:nvSpPr>
          <p:cNvPr id="184" name="Google Shape;184;p37"/>
          <p:cNvSpPr/>
          <p:nvPr/>
        </p:nvSpPr>
        <p:spPr>
          <a:xfrm>
            <a:off x="621812" y="3826765"/>
            <a:ext cx="1783200" cy="210300"/>
          </a:xfrm>
          <a:prstGeom prst="roundRect">
            <a:avLst>
              <a:gd fmla="val 16667" name="adj"/>
            </a:avLst>
          </a:prstGeom>
          <a:solidFill>
            <a:srgbClr val="45818E"/>
          </a:solidFill>
          <a:ln cap="flat" cmpd="sng" w="12700">
            <a:solidFill>
              <a:srgbClr val="45818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Yuchu Lin</a:t>
            </a:r>
            <a:endParaRPr sz="1200">
              <a:solidFill>
                <a:schemeClr val="lt1"/>
              </a:solidFill>
              <a:latin typeface="Arial"/>
              <a:ea typeface="Arial"/>
              <a:cs typeface="Arial"/>
              <a:sym typeface="Arial"/>
            </a:endParaRPr>
          </a:p>
        </p:txBody>
      </p:sp>
      <p:sp>
        <p:nvSpPr>
          <p:cNvPr id="185" name="Google Shape;185;p37"/>
          <p:cNvSpPr/>
          <p:nvPr/>
        </p:nvSpPr>
        <p:spPr>
          <a:xfrm>
            <a:off x="2587742" y="304380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Hu Wenhan</a:t>
            </a:r>
            <a:endParaRPr sz="1200">
              <a:solidFill>
                <a:schemeClr val="lt1"/>
              </a:solidFill>
              <a:latin typeface="Arial"/>
              <a:ea typeface="Arial"/>
              <a:cs typeface="Arial"/>
              <a:sym typeface="Arial"/>
            </a:endParaRPr>
          </a:p>
        </p:txBody>
      </p:sp>
      <p:sp>
        <p:nvSpPr>
          <p:cNvPr id="186" name="Google Shape;186;p37"/>
          <p:cNvSpPr/>
          <p:nvPr/>
        </p:nvSpPr>
        <p:spPr>
          <a:xfrm>
            <a:off x="2587752" y="2642613"/>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Junwen Lu</a:t>
            </a:r>
            <a:endParaRPr sz="1200">
              <a:solidFill>
                <a:schemeClr val="lt1"/>
              </a:solidFill>
              <a:latin typeface="Arial"/>
              <a:ea typeface="Arial"/>
              <a:cs typeface="Arial"/>
              <a:sym typeface="Arial"/>
            </a:endParaRPr>
          </a:p>
        </p:txBody>
      </p:sp>
      <p:sp>
        <p:nvSpPr>
          <p:cNvPr id="187" name="Google Shape;187;p37"/>
          <p:cNvSpPr/>
          <p:nvPr/>
        </p:nvSpPr>
        <p:spPr>
          <a:xfrm>
            <a:off x="2587762" y="3435275"/>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Kan Yijie</a:t>
            </a:r>
            <a:endParaRPr sz="1200">
              <a:solidFill>
                <a:schemeClr val="lt1"/>
              </a:solidFill>
              <a:latin typeface="Arial"/>
              <a:ea typeface="Arial"/>
              <a:cs typeface="Arial"/>
              <a:sym typeface="Arial"/>
            </a:endParaRPr>
          </a:p>
        </p:txBody>
      </p:sp>
      <p:sp>
        <p:nvSpPr>
          <p:cNvPr id="188" name="Google Shape;188;p37"/>
          <p:cNvSpPr/>
          <p:nvPr/>
        </p:nvSpPr>
        <p:spPr>
          <a:xfrm>
            <a:off x="621792" y="3435852"/>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Wu Qinyang</a:t>
            </a:r>
            <a:endParaRPr sz="1200">
              <a:solidFill>
                <a:schemeClr val="lt1"/>
              </a:solidFill>
              <a:latin typeface="Arial"/>
              <a:ea typeface="Arial"/>
              <a:cs typeface="Arial"/>
              <a:sym typeface="Arial"/>
            </a:endParaRPr>
          </a:p>
        </p:txBody>
      </p:sp>
      <p:sp>
        <p:nvSpPr>
          <p:cNvPr id="189" name="Google Shape;189;p37"/>
          <p:cNvSpPr/>
          <p:nvPr/>
        </p:nvSpPr>
        <p:spPr>
          <a:xfrm>
            <a:off x="2587752" y="3826752"/>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lang="en-GB" sz="1200">
                <a:solidFill>
                  <a:schemeClr val="lt1"/>
                </a:solidFill>
              </a:rPr>
              <a:t>Hamzah Nutt</a:t>
            </a:r>
            <a:endParaRPr sz="1200">
              <a:solidFill>
                <a:schemeClr val="lt1"/>
              </a:solidFill>
            </a:endParaRPr>
          </a:p>
        </p:txBody>
      </p:sp>
      <p:grpSp>
        <p:nvGrpSpPr>
          <p:cNvPr id="190" name="Google Shape;190;p37"/>
          <p:cNvGrpSpPr/>
          <p:nvPr/>
        </p:nvGrpSpPr>
        <p:grpSpPr>
          <a:xfrm>
            <a:off x="6931235" y="388848"/>
            <a:ext cx="1986795" cy="1019329"/>
            <a:chOff x="6392111" y="726475"/>
            <a:chExt cx="2408529" cy="1235700"/>
          </a:xfrm>
        </p:grpSpPr>
        <p:sp>
          <p:nvSpPr>
            <p:cNvPr id="191" name="Google Shape;191;p37"/>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192" name="Google Shape;192;p37"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96" name="Shape 196"/>
        <p:cNvGrpSpPr/>
        <p:nvPr/>
      </p:nvGrpSpPr>
      <p:grpSpPr>
        <a:xfrm>
          <a:off x="0" y="0"/>
          <a:ext cx="0" cy="0"/>
          <a:chOff x="0" y="0"/>
          <a:chExt cx="0" cy="0"/>
        </a:xfrm>
      </p:grpSpPr>
      <p:sp>
        <p:nvSpPr>
          <p:cNvPr id="197" name="Google Shape;197;p3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38"/>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3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00" name="Google Shape;200;p38"/>
          <p:cNvSpPr/>
          <p:nvPr/>
        </p:nvSpPr>
        <p:spPr>
          <a:xfrm>
            <a:off x="207385" y="747125"/>
            <a:ext cx="6750300" cy="37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321"/>
              <a:buFont typeface="Play"/>
              <a:buNone/>
            </a:pPr>
            <a:r>
              <a:rPr b="1" lang="en-GB" sz="2321">
                <a:solidFill>
                  <a:srgbClr val="172033"/>
                </a:solidFill>
              </a:rPr>
              <a:t>Sprint control: surface risk before Sunday</a:t>
            </a:r>
            <a:endParaRPr sz="2321">
              <a:solidFill>
                <a:srgbClr val="000000"/>
              </a:solidFill>
            </a:endParaRPr>
          </a:p>
        </p:txBody>
      </p:sp>
      <p:sp>
        <p:nvSpPr>
          <p:cNvPr id="201" name="Google Shape;201;p38"/>
          <p:cNvSpPr/>
          <p:nvPr/>
        </p:nvSpPr>
        <p:spPr>
          <a:xfrm>
            <a:off x="6880902" y="776231"/>
            <a:ext cx="2109600" cy="315600"/>
          </a:xfrm>
          <a:prstGeom prst="roundRect">
            <a:avLst>
              <a:gd fmla="val 21053" name="adj"/>
            </a:avLst>
          </a:prstGeom>
          <a:solidFill>
            <a:srgbClr val="2B7A55"/>
          </a:solidFill>
          <a:ln cap="flat" cmpd="sng" w="7875">
            <a:solidFill>
              <a:srgbClr val="2B7A55">
                <a:alpha val="0"/>
              </a:srgbClr>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995"/>
              <a:buFont typeface="Arial"/>
              <a:buNone/>
            </a:pPr>
            <a:r>
              <a:rPr b="1" lang="en-GB" sz="995">
                <a:solidFill>
                  <a:srgbClr val="FFFFFF"/>
                </a:solidFill>
                <a:latin typeface="Arial"/>
                <a:ea typeface="Arial"/>
                <a:cs typeface="Arial"/>
                <a:sym typeface="Arial"/>
              </a:rPr>
              <a:t>Wednesday test passed</a:t>
            </a:r>
            <a:endParaRPr sz="995">
              <a:solidFill>
                <a:srgbClr val="000000"/>
              </a:solidFill>
              <a:latin typeface="Arial"/>
              <a:ea typeface="Arial"/>
              <a:cs typeface="Arial"/>
              <a:sym typeface="Arial"/>
            </a:endParaRPr>
          </a:p>
        </p:txBody>
      </p:sp>
      <p:sp>
        <p:nvSpPr>
          <p:cNvPr id="202" name="Google Shape;202;p38"/>
          <p:cNvSpPr/>
          <p:nvPr/>
        </p:nvSpPr>
        <p:spPr>
          <a:xfrm>
            <a:off x="207366" y="3184051"/>
            <a:ext cx="19179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en-GB" sz="870">
                <a:solidFill>
                  <a:srgbClr val="2F5C99"/>
                </a:solidFill>
                <a:latin typeface="Arial"/>
                <a:ea typeface="Arial"/>
                <a:cs typeface="Arial"/>
                <a:sym typeface="Arial"/>
              </a:rPr>
              <a:t>EVIDENCE</a:t>
            </a:r>
            <a:endParaRPr sz="870">
              <a:solidFill>
                <a:srgbClr val="000000"/>
              </a:solidFill>
              <a:latin typeface="Arial"/>
              <a:ea typeface="Arial"/>
              <a:cs typeface="Arial"/>
              <a:sym typeface="Arial"/>
            </a:endParaRPr>
          </a:p>
        </p:txBody>
      </p:sp>
      <p:sp>
        <p:nvSpPr>
          <p:cNvPr id="203" name="Google Shape;203;p38"/>
          <p:cNvSpPr/>
          <p:nvPr/>
        </p:nvSpPr>
        <p:spPr>
          <a:xfrm>
            <a:off x="207375" y="3449750"/>
            <a:ext cx="20127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en-GB" sz="1243">
                <a:solidFill>
                  <a:srgbClr val="172033"/>
                </a:solidFill>
                <a:latin typeface="Arial"/>
                <a:ea typeface="Arial"/>
                <a:cs typeface="Arial"/>
                <a:sym typeface="Arial"/>
              </a:rPr>
              <a:t>standup_midweek_W29.md</a:t>
            </a:r>
            <a:endParaRPr sz="1243">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243"/>
              <a:buFont typeface="Arial"/>
              <a:buNone/>
            </a:pPr>
            <a:r>
              <a:rPr lang="en-GB" sz="1243">
                <a:solidFill>
                  <a:srgbClr val="172033"/>
                </a:solidFill>
                <a:latin typeface="Arial"/>
                <a:ea typeface="Arial"/>
                <a:cs typeface="Arial"/>
                <a:sym typeface="Arial"/>
              </a:rPr>
              <a:t>committed by Wednesday</a:t>
            </a:r>
            <a:endParaRPr sz="1243">
              <a:solidFill>
                <a:srgbClr val="000000"/>
              </a:solidFill>
              <a:latin typeface="Arial"/>
              <a:ea typeface="Arial"/>
              <a:cs typeface="Arial"/>
              <a:sym typeface="Arial"/>
            </a:endParaRPr>
          </a:p>
        </p:txBody>
      </p:sp>
      <p:sp>
        <p:nvSpPr>
          <p:cNvPr id="204" name="Google Shape;204;p38"/>
          <p:cNvSpPr/>
          <p:nvPr/>
        </p:nvSpPr>
        <p:spPr>
          <a:xfrm>
            <a:off x="2480621" y="3184051"/>
            <a:ext cx="24933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en-GB" sz="870">
                <a:solidFill>
                  <a:srgbClr val="2F5C99"/>
                </a:solidFill>
                <a:latin typeface="Arial"/>
                <a:ea typeface="Arial"/>
                <a:cs typeface="Arial"/>
                <a:sym typeface="Arial"/>
              </a:rPr>
              <a:t>SCRUM RESULT</a:t>
            </a:r>
            <a:endParaRPr sz="870">
              <a:solidFill>
                <a:srgbClr val="000000"/>
              </a:solidFill>
              <a:latin typeface="Arial"/>
              <a:ea typeface="Arial"/>
              <a:cs typeface="Arial"/>
              <a:sym typeface="Arial"/>
            </a:endParaRPr>
          </a:p>
        </p:txBody>
      </p:sp>
      <p:sp>
        <p:nvSpPr>
          <p:cNvPr id="205" name="Google Shape;205;p38"/>
          <p:cNvSpPr/>
          <p:nvPr/>
        </p:nvSpPr>
        <p:spPr>
          <a:xfrm>
            <a:off x="2480621" y="3449742"/>
            <a:ext cx="24933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en-GB" sz="1243">
                <a:solidFill>
                  <a:srgbClr val="172033"/>
                </a:solidFill>
              </a:rPr>
              <a:t>R</a:t>
            </a:r>
            <a:r>
              <a:rPr lang="en-GB" sz="1243">
                <a:solidFill>
                  <a:srgbClr val="172033"/>
                </a:solidFill>
                <a:latin typeface="Arial"/>
                <a:ea typeface="Arial"/>
                <a:cs typeface="Arial"/>
                <a:sym typeface="Arial"/>
              </a:rPr>
              <a:t>isks identified early; recovery task assigned before release day</a:t>
            </a:r>
            <a:endParaRPr sz="1243">
              <a:solidFill>
                <a:srgbClr val="000000"/>
              </a:solidFill>
              <a:latin typeface="Arial"/>
              <a:ea typeface="Arial"/>
              <a:cs typeface="Arial"/>
              <a:sym typeface="Arial"/>
            </a:endParaRPr>
          </a:p>
        </p:txBody>
      </p:sp>
      <p:cxnSp>
        <p:nvCxnSpPr>
          <p:cNvPr id="206" name="Google Shape;206;p38"/>
          <p:cNvCxnSpPr/>
          <p:nvPr/>
        </p:nvCxnSpPr>
        <p:spPr>
          <a:xfrm>
            <a:off x="475612" y="4636276"/>
            <a:ext cx="8514900" cy="0"/>
          </a:xfrm>
          <a:prstGeom prst="straightConnector1">
            <a:avLst/>
          </a:prstGeom>
          <a:noFill/>
          <a:ln cap="flat" cmpd="sng" w="14750">
            <a:solidFill>
              <a:srgbClr val="071A33">
                <a:alpha val="74900"/>
              </a:srgbClr>
            </a:solidFill>
            <a:prstDash val="solid"/>
            <a:round/>
            <a:headEnd len="sm" w="sm" type="none"/>
            <a:tailEnd len="med" w="med" type="triangle"/>
          </a:ln>
        </p:spPr>
      </p:cxnSp>
      <p:sp>
        <p:nvSpPr>
          <p:cNvPr id="207" name="Google Shape;207;p38"/>
          <p:cNvSpPr/>
          <p:nvPr/>
        </p:nvSpPr>
        <p:spPr>
          <a:xfrm>
            <a:off x="260819"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Mon</a:t>
            </a:r>
            <a:endParaRPr sz="870">
              <a:solidFill>
                <a:srgbClr val="000000"/>
              </a:solidFill>
              <a:latin typeface="Arial"/>
              <a:ea typeface="Arial"/>
              <a:cs typeface="Arial"/>
              <a:sym typeface="Arial"/>
            </a:endParaRPr>
          </a:p>
        </p:txBody>
      </p:sp>
      <p:sp>
        <p:nvSpPr>
          <p:cNvPr id="208" name="Google Shape;208;p38"/>
          <p:cNvSpPr/>
          <p:nvPr/>
        </p:nvSpPr>
        <p:spPr>
          <a:xfrm>
            <a:off x="66475"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Planning</a:t>
            </a:r>
            <a:endParaRPr sz="870">
              <a:solidFill>
                <a:srgbClr val="000000"/>
              </a:solidFill>
              <a:latin typeface="Arial"/>
              <a:ea typeface="Arial"/>
              <a:cs typeface="Arial"/>
              <a:sym typeface="Arial"/>
            </a:endParaRPr>
          </a:p>
        </p:txBody>
      </p:sp>
      <p:sp>
        <p:nvSpPr>
          <p:cNvPr id="209" name="Google Shape;209;p38"/>
          <p:cNvSpPr/>
          <p:nvPr/>
        </p:nvSpPr>
        <p:spPr>
          <a:xfrm>
            <a:off x="2255321" y="4421263"/>
            <a:ext cx="552300" cy="381900"/>
          </a:xfrm>
          <a:prstGeom prst="roundRect">
            <a:avLst>
              <a:gd fmla="val 17391" name="adj"/>
            </a:avLst>
          </a:prstGeom>
          <a:solidFill>
            <a:srgbClr val="E84545"/>
          </a:solidFill>
          <a:ln cap="flat" cmpd="sng" w="7875">
            <a:solidFill>
              <a:srgbClr val="E84545"/>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Tue–Wed</a:t>
            </a:r>
            <a:endParaRPr sz="870">
              <a:solidFill>
                <a:srgbClr val="000000"/>
              </a:solidFill>
              <a:latin typeface="Arial"/>
              <a:ea typeface="Arial"/>
              <a:cs typeface="Arial"/>
              <a:sym typeface="Arial"/>
            </a:endParaRPr>
          </a:p>
        </p:txBody>
      </p:sp>
      <p:sp>
        <p:nvSpPr>
          <p:cNvPr id="210" name="Google Shape;210;p38"/>
          <p:cNvSpPr/>
          <p:nvPr/>
        </p:nvSpPr>
        <p:spPr>
          <a:xfrm>
            <a:off x="2060976"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b="1" lang="en-GB" sz="870">
                <a:solidFill>
                  <a:srgbClr val="5C6575"/>
                </a:solidFill>
                <a:latin typeface="Arial"/>
                <a:ea typeface="Arial"/>
                <a:cs typeface="Arial"/>
                <a:sym typeface="Arial"/>
              </a:rPr>
              <a:t>1:1 checks</a:t>
            </a:r>
            <a:endParaRPr sz="870">
              <a:solidFill>
                <a:srgbClr val="000000"/>
              </a:solidFill>
              <a:latin typeface="Arial"/>
              <a:ea typeface="Arial"/>
              <a:cs typeface="Arial"/>
              <a:sym typeface="Arial"/>
            </a:endParaRPr>
          </a:p>
        </p:txBody>
      </p:sp>
      <p:sp>
        <p:nvSpPr>
          <p:cNvPr id="211" name="Google Shape;211;p38"/>
          <p:cNvSpPr/>
          <p:nvPr/>
        </p:nvSpPr>
        <p:spPr>
          <a:xfrm>
            <a:off x="4173110"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Thu</a:t>
            </a:r>
            <a:endParaRPr sz="870">
              <a:solidFill>
                <a:srgbClr val="000000"/>
              </a:solidFill>
              <a:latin typeface="Arial"/>
              <a:ea typeface="Arial"/>
              <a:cs typeface="Arial"/>
              <a:sym typeface="Arial"/>
            </a:endParaRPr>
          </a:p>
        </p:txBody>
      </p:sp>
      <p:sp>
        <p:nvSpPr>
          <p:cNvPr id="212" name="Google Shape;212;p38"/>
          <p:cNvSpPr/>
          <p:nvPr/>
        </p:nvSpPr>
        <p:spPr>
          <a:xfrm>
            <a:off x="3978766"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Gate</a:t>
            </a:r>
            <a:endParaRPr sz="870">
              <a:solidFill>
                <a:srgbClr val="000000"/>
              </a:solidFill>
              <a:latin typeface="Arial"/>
              <a:ea typeface="Arial"/>
              <a:cs typeface="Arial"/>
              <a:sym typeface="Arial"/>
            </a:endParaRPr>
          </a:p>
        </p:txBody>
      </p:sp>
      <p:sp>
        <p:nvSpPr>
          <p:cNvPr id="213" name="Google Shape;213;p38"/>
          <p:cNvSpPr/>
          <p:nvPr/>
        </p:nvSpPr>
        <p:spPr>
          <a:xfrm>
            <a:off x="6052544"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Sat</a:t>
            </a:r>
            <a:endParaRPr sz="870">
              <a:solidFill>
                <a:srgbClr val="000000"/>
              </a:solidFill>
              <a:latin typeface="Arial"/>
              <a:ea typeface="Arial"/>
              <a:cs typeface="Arial"/>
              <a:sym typeface="Arial"/>
            </a:endParaRPr>
          </a:p>
        </p:txBody>
      </p:sp>
      <p:sp>
        <p:nvSpPr>
          <p:cNvPr id="214" name="Google Shape;214;p38"/>
          <p:cNvSpPr/>
          <p:nvPr/>
        </p:nvSpPr>
        <p:spPr>
          <a:xfrm>
            <a:off x="5858199"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Merge</a:t>
            </a:r>
            <a:endParaRPr sz="870">
              <a:solidFill>
                <a:srgbClr val="000000"/>
              </a:solidFill>
              <a:latin typeface="Arial"/>
              <a:ea typeface="Arial"/>
              <a:cs typeface="Arial"/>
              <a:sym typeface="Arial"/>
            </a:endParaRPr>
          </a:p>
        </p:txBody>
      </p:sp>
      <p:sp>
        <p:nvSpPr>
          <p:cNvPr id="215" name="Google Shape;215;p38"/>
          <p:cNvSpPr/>
          <p:nvPr/>
        </p:nvSpPr>
        <p:spPr>
          <a:xfrm>
            <a:off x="7931978"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Sun</a:t>
            </a:r>
            <a:endParaRPr sz="870">
              <a:solidFill>
                <a:srgbClr val="000000"/>
              </a:solidFill>
              <a:latin typeface="Arial"/>
              <a:ea typeface="Arial"/>
              <a:cs typeface="Arial"/>
              <a:sym typeface="Arial"/>
            </a:endParaRPr>
          </a:p>
        </p:txBody>
      </p:sp>
      <p:sp>
        <p:nvSpPr>
          <p:cNvPr id="216" name="Google Shape;216;p38"/>
          <p:cNvSpPr/>
          <p:nvPr/>
        </p:nvSpPr>
        <p:spPr>
          <a:xfrm>
            <a:off x="7737633"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Tag</a:t>
            </a:r>
            <a:endParaRPr sz="870">
              <a:solidFill>
                <a:srgbClr val="000000"/>
              </a:solidFill>
              <a:latin typeface="Arial"/>
              <a:ea typeface="Arial"/>
              <a:cs typeface="Arial"/>
              <a:sym typeface="Arial"/>
            </a:endParaRPr>
          </a:p>
        </p:txBody>
      </p:sp>
      <p:sp>
        <p:nvSpPr>
          <p:cNvPr id="217" name="Google Shape;217;p38"/>
          <p:cNvSpPr/>
          <p:nvPr/>
        </p:nvSpPr>
        <p:spPr>
          <a:xfrm>
            <a:off x="207375" y="1416925"/>
            <a:ext cx="2868600" cy="15951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Calibri"/>
                <a:ea typeface="Calibri"/>
                <a:cs typeface="Calibri"/>
                <a:sym typeface="Calibri"/>
              </a:rPr>
              <a:t>Mid-week check-in committed and every role status was tracked with next actions.</a:t>
            </a:r>
            <a:endParaRPr sz="1800">
              <a:solidFill>
                <a:schemeClr val="dk1"/>
              </a:solidFill>
              <a:latin typeface="Calibri"/>
              <a:ea typeface="Calibri"/>
              <a:cs typeface="Calibri"/>
              <a:sym typeface="Calibri"/>
            </a:endParaRPr>
          </a:p>
        </p:txBody>
      </p:sp>
      <p:pic>
        <p:nvPicPr>
          <p:cNvPr id="218" name="Google Shape;218;p38"/>
          <p:cNvPicPr preferRelativeResize="0"/>
          <p:nvPr/>
        </p:nvPicPr>
        <p:blipFill>
          <a:blip r:embed="rId3">
            <a:alphaModFix/>
          </a:blip>
          <a:stretch>
            <a:fillRect/>
          </a:stretch>
        </p:blipFill>
        <p:spPr>
          <a:xfrm>
            <a:off x="5460750" y="1416914"/>
            <a:ext cx="3420699" cy="180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22" name="Shape 222"/>
        <p:cNvGrpSpPr/>
        <p:nvPr/>
      </p:nvGrpSpPr>
      <p:grpSpPr>
        <a:xfrm>
          <a:off x="0" y="0"/>
          <a:ext cx="0" cy="0"/>
          <a:chOff x="0" y="0"/>
          <a:chExt cx="0" cy="0"/>
        </a:xfrm>
      </p:grpSpPr>
      <p:sp>
        <p:nvSpPr>
          <p:cNvPr id="223" name="Google Shape;223;p3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39"/>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39"/>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26" name="Google Shape;226;p39"/>
          <p:cNvSpPr/>
          <p:nvPr/>
        </p:nvSpPr>
        <p:spPr>
          <a:xfrm>
            <a:off x="160975" y="689100"/>
            <a:ext cx="6807600" cy="38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070"/>
              <a:buFont typeface="Play"/>
              <a:buNone/>
            </a:pPr>
            <a:r>
              <a:rPr b="1" lang="en-GB" sz="2070">
                <a:solidFill>
                  <a:srgbClr val="172033"/>
                </a:solidFill>
              </a:rPr>
              <a:t>Dependency chain</a:t>
            </a:r>
            <a:endParaRPr sz="2070">
              <a:solidFill>
                <a:srgbClr val="000000"/>
              </a:solidFill>
            </a:endParaRPr>
          </a:p>
        </p:txBody>
      </p:sp>
      <p:sp>
        <p:nvSpPr>
          <p:cNvPr id="227" name="Google Shape;227;p39"/>
          <p:cNvSpPr/>
          <p:nvPr/>
        </p:nvSpPr>
        <p:spPr>
          <a:xfrm>
            <a:off x="160972" y="1139599"/>
            <a:ext cx="7272000" cy="30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998"/>
              <a:buFont typeface="Arial"/>
              <a:buNone/>
            </a:pPr>
            <a:r>
              <a:rPr lang="en-GB" sz="998">
                <a:solidFill>
                  <a:srgbClr val="5C6575"/>
                </a:solidFill>
                <a:latin typeface="Arial"/>
                <a:ea typeface="Arial"/>
                <a:cs typeface="Arial"/>
                <a:sym typeface="Arial"/>
              </a:rPr>
              <a:t>The sprint risk was not one person being late; it was one late link blocking every downstream role.</a:t>
            </a:r>
            <a:endParaRPr sz="998">
              <a:solidFill>
                <a:srgbClr val="000000"/>
              </a:solidFill>
              <a:latin typeface="Arial"/>
              <a:ea typeface="Arial"/>
              <a:cs typeface="Arial"/>
              <a:sym typeface="Arial"/>
            </a:endParaRPr>
          </a:p>
        </p:txBody>
      </p:sp>
      <p:cxnSp>
        <p:nvCxnSpPr>
          <p:cNvPr id="228" name="Google Shape;228;p39"/>
          <p:cNvCxnSpPr/>
          <p:nvPr/>
        </p:nvCxnSpPr>
        <p:spPr>
          <a:xfrm>
            <a:off x="3241125" y="2516575"/>
            <a:ext cx="318600" cy="0"/>
          </a:xfrm>
          <a:prstGeom prst="straightConnector1">
            <a:avLst/>
          </a:prstGeom>
          <a:noFill/>
          <a:ln cap="flat" cmpd="sng" w="11250">
            <a:solidFill>
              <a:srgbClr val="071A33"/>
            </a:solidFill>
            <a:prstDash val="solid"/>
            <a:round/>
            <a:headEnd len="sm" w="sm" type="none"/>
            <a:tailEnd len="med" w="med" type="triangle"/>
          </a:ln>
        </p:spPr>
      </p:cxnSp>
      <p:cxnSp>
        <p:nvCxnSpPr>
          <p:cNvPr id="229" name="Google Shape;229;p39"/>
          <p:cNvCxnSpPr/>
          <p:nvPr/>
        </p:nvCxnSpPr>
        <p:spPr>
          <a:xfrm>
            <a:off x="4855450" y="2510425"/>
            <a:ext cx="471000" cy="0"/>
          </a:xfrm>
          <a:prstGeom prst="straightConnector1">
            <a:avLst/>
          </a:prstGeom>
          <a:noFill/>
          <a:ln cap="flat" cmpd="sng" w="11250">
            <a:solidFill>
              <a:srgbClr val="071A33"/>
            </a:solidFill>
            <a:prstDash val="solid"/>
            <a:round/>
            <a:headEnd len="sm" w="sm" type="none"/>
            <a:tailEnd len="med" w="med" type="triangle"/>
          </a:ln>
        </p:spPr>
      </p:cxnSp>
      <p:cxnSp>
        <p:nvCxnSpPr>
          <p:cNvPr id="230" name="Google Shape;230;p39"/>
          <p:cNvCxnSpPr/>
          <p:nvPr/>
        </p:nvCxnSpPr>
        <p:spPr>
          <a:xfrm>
            <a:off x="6533175" y="2505325"/>
            <a:ext cx="479100" cy="0"/>
          </a:xfrm>
          <a:prstGeom prst="straightConnector1">
            <a:avLst/>
          </a:prstGeom>
          <a:noFill/>
          <a:ln cap="flat" cmpd="sng" w="11250">
            <a:solidFill>
              <a:srgbClr val="071A33"/>
            </a:solidFill>
            <a:prstDash val="solid"/>
            <a:round/>
            <a:headEnd len="sm" w="sm" type="none"/>
            <a:tailEnd len="med" w="med" type="triangle"/>
          </a:ln>
        </p:spPr>
      </p:cxnSp>
      <p:sp>
        <p:nvSpPr>
          <p:cNvPr id="231" name="Google Shape;231;p39"/>
          <p:cNvSpPr/>
          <p:nvPr/>
        </p:nvSpPr>
        <p:spPr>
          <a:xfrm>
            <a:off x="839490" y="1610332"/>
            <a:ext cx="967200" cy="774600"/>
          </a:xfrm>
          <a:prstGeom prst="roundRect">
            <a:avLst>
              <a:gd fmla="val 13333" name="adj"/>
            </a:avLst>
          </a:prstGeom>
          <a:solidFill>
            <a:srgbClr val="F2B84B"/>
          </a:solidFill>
          <a:ln cap="flat" cmpd="sng" w="7050">
            <a:solidFill>
              <a:srgbClr val="F2B84B"/>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R3</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Almanac</a:t>
            </a:r>
            <a:endParaRPr sz="961">
              <a:solidFill>
                <a:srgbClr val="000000"/>
              </a:solidFill>
              <a:latin typeface="Arial"/>
              <a:ea typeface="Arial"/>
              <a:cs typeface="Arial"/>
              <a:sym typeface="Arial"/>
            </a:endParaRPr>
          </a:p>
        </p:txBody>
      </p:sp>
      <p:sp>
        <p:nvSpPr>
          <p:cNvPr id="232" name="Google Shape;232;p39"/>
          <p:cNvSpPr/>
          <p:nvPr/>
        </p:nvSpPr>
        <p:spPr>
          <a:xfrm>
            <a:off x="839490" y="2722787"/>
            <a:ext cx="967200" cy="774600"/>
          </a:xfrm>
          <a:prstGeom prst="roundRect">
            <a:avLst>
              <a:gd fmla="val 13333" name="adj"/>
            </a:avLst>
          </a:prstGeom>
          <a:solidFill>
            <a:srgbClr val="2878E2"/>
          </a:solidFill>
          <a:ln cap="flat" cmpd="sng" w="7050">
            <a:solidFill>
              <a:srgbClr val="2878E2"/>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R4</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Macro</a:t>
            </a:r>
            <a:endParaRPr sz="961">
              <a:solidFill>
                <a:srgbClr val="000000"/>
              </a:solidFill>
              <a:latin typeface="Arial"/>
              <a:ea typeface="Arial"/>
              <a:cs typeface="Arial"/>
              <a:sym typeface="Arial"/>
            </a:endParaRPr>
          </a:p>
        </p:txBody>
      </p:sp>
      <p:sp>
        <p:nvSpPr>
          <p:cNvPr id="233" name="Google Shape;233;p39"/>
          <p:cNvSpPr/>
          <p:nvPr/>
        </p:nvSpPr>
        <p:spPr>
          <a:xfrm>
            <a:off x="2193322" y="2139513"/>
            <a:ext cx="967200" cy="774600"/>
          </a:xfrm>
          <a:prstGeom prst="roundRect">
            <a:avLst>
              <a:gd fmla="val 13333" name="adj"/>
            </a:avLst>
          </a:prstGeom>
          <a:solidFill>
            <a:srgbClr val="2FB344"/>
          </a:solidFill>
          <a:ln cap="flat" cmpd="sng" w="7050">
            <a:solidFill>
              <a:srgbClr val="2FB344"/>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R5</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Technical</a:t>
            </a:r>
            <a:endParaRPr sz="961">
              <a:solidFill>
                <a:srgbClr val="000000"/>
              </a:solidFill>
              <a:latin typeface="Arial"/>
              <a:ea typeface="Arial"/>
              <a:cs typeface="Arial"/>
              <a:sym typeface="Arial"/>
            </a:endParaRPr>
          </a:p>
        </p:txBody>
      </p:sp>
      <p:sp>
        <p:nvSpPr>
          <p:cNvPr id="234" name="Google Shape;234;p39"/>
          <p:cNvSpPr/>
          <p:nvPr/>
        </p:nvSpPr>
        <p:spPr>
          <a:xfrm>
            <a:off x="3640330" y="2129282"/>
            <a:ext cx="1122000" cy="774600"/>
          </a:xfrm>
          <a:prstGeom prst="roundRect">
            <a:avLst>
              <a:gd fmla="val 13333" name="adj"/>
            </a:avLst>
          </a:prstGeom>
          <a:solidFill>
            <a:srgbClr val="5C6CFF"/>
          </a:solidFill>
          <a:ln cap="flat" cmpd="sng" w="7050">
            <a:solidFill>
              <a:srgbClr val="5C6CFF"/>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R8</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LLM synthesis</a:t>
            </a:r>
            <a:endParaRPr sz="961">
              <a:solidFill>
                <a:srgbClr val="000000"/>
              </a:solidFill>
              <a:latin typeface="Arial"/>
              <a:ea typeface="Arial"/>
              <a:cs typeface="Arial"/>
              <a:sym typeface="Arial"/>
            </a:endParaRPr>
          </a:p>
        </p:txBody>
      </p:sp>
      <p:sp>
        <p:nvSpPr>
          <p:cNvPr id="235" name="Google Shape;235;p39"/>
          <p:cNvSpPr/>
          <p:nvPr/>
        </p:nvSpPr>
        <p:spPr>
          <a:xfrm>
            <a:off x="5326441" y="1570032"/>
            <a:ext cx="1122000" cy="774600"/>
          </a:xfrm>
          <a:prstGeom prst="roundRect">
            <a:avLst>
              <a:gd fmla="val 13333" name="adj"/>
            </a:avLst>
          </a:prstGeom>
          <a:solidFill>
            <a:srgbClr val="A64D79"/>
          </a:solidFill>
          <a:ln cap="flat" cmpd="sng" w="7050">
            <a:solidFill>
              <a:srgbClr val="A64D79"/>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R7</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Human score</a:t>
            </a:r>
            <a:endParaRPr sz="961">
              <a:solidFill>
                <a:srgbClr val="000000"/>
              </a:solidFill>
              <a:latin typeface="Arial"/>
              <a:ea typeface="Arial"/>
              <a:cs typeface="Arial"/>
              <a:sym typeface="Arial"/>
            </a:endParaRPr>
          </a:p>
        </p:txBody>
      </p:sp>
      <p:sp>
        <p:nvSpPr>
          <p:cNvPr id="236" name="Google Shape;236;p39"/>
          <p:cNvSpPr/>
          <p:nvPr/>
        </p:nvSpPr>
        <p:spPr>
          <a:xfrm>
            <a:off x="5326441" y="2666012"/>
            <a:ext cx="1122000" cy="774600"/>
          </a:xfrm>
          <a:prstGeom prst="roundRect">
            <a:avLst>
              <a:gd fmla="val 13333" name="adj"/>
            </a:avLst>
          </a:prstGeom>
          <a:solidFill>
            <a:srgbClr val="F07C3E"/>
          </a:solidFill>
          <a:ln cap="flat" cmpd="sng" w="7050">
            <a:solidFill>
              <a:srgbClr val="F07C3E"/>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R10</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Calibration</a:t>
            </a:r>
            <a:endParaRPr sz="961">
              <a:solidFill>
                <a:srgbClr val="000000"/>
              </a:solidFill>
              <a:latin typeface="Arial"/>
              <a:ea typeface="Arial"/>
              <a:cs typeface="Arial"/>
              <a:sym typeface="Arial"/>
            </a:endParaRPr>
          </a:p>
        </p:txBody>
      </p:sp>
      <p:sp>
        <p:nvSpPr>
          <p:cNvPr id="237" name="Google Shape;237;p39"/>
          <p:cNvSpPr/>
          <p:nvPr/>
        </p:nvSpPr>
        <p:spPr>
          <a:xfrm>
            <a:off x="7105730" y="2136395"/>
            <a:ext cx="1198800" cy="774600"/>
          </a:xfrm>
          <a:prstGeom prst="roundRect">
            <a:avLst>
              <a:gd fmla="val 13333" name="adj"/>
            </a:avLst>
          </a:prstGeom>
          <a:solidFill>
            <a:srgbClr val="45818E"/>
          </a:solidFill>
          <a:ln cap="flat" cmpd="sng" w="7050">
            <a:solidFill>
              <a:srgbClr val="45818E"/>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R9</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Tag + release</a:t>
            </a:r>
            <a:endParaRPr sz="961">
              <a:solidFill>
                <a:srgbClr val="000000"/>
              </a:solidFill>
              <a:latin typeface="Arial"/>
              <a:ea typeface="Arial"/>
              <a:cs typeface="Arial"/>
              <a:sym typeface="Arial"/>
            </a:endParaRPr>
          </a:p>
        </p:txBody>
      </p:sp>
      <p:sp>
        <p:nvSpPr>
          <p:cNvPr id="238" name="Google Shape;238;p39"/>
          <p:cNvSpPr/>
          <p:nvPr/>
        </p:nvSpPr>
        <p:spPr>
          <a:xfrm>
            <a:off x="208878" y="4271976"/>
            <a:ext cx="1702200" cy="27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61"/>
              <a:buFont typeface="Arial"/>
              <a:buNone/>
            </a:pPr>
            <a:r>
              <a:rPr b="1" lang="en-GB" sz="961">
                <a:solidFill>
                  <a:srgbClr val="E84545"/>
                </a:solidFill>
                <a:latin typeface="Arial"/>
                <a:ea typeface="Arial"/>
                <a:cs typeface="Arial"/>
                <a:sym typeface="Arial"/>
              </a:rPr>
              <a:t>Control actions</a:t>
            </a:r>
            <a:endParaRPr sz="961">
              <a:solidFill>
                <a:srgbClr val="000000"/>
              </a:solidFill>
              <a:latin typeface="Arial"/>
              <a:ea typeface="Arial"/>
              <a:cs typeface="Arial"/>
              <a:sym typeface="Arial"/>
            </a:endParaRPr>
          </a:p>
        </p:txBody>
      </p:sp>
      <p:sp>
        <p:nvSpPr>
          <p:cNvPr id="239" name="Google Shape;239;p39"/>
          <p:cNvSpPr/>
          <p:nvPr/>
        </p:nvSpPr>
        <p:spPr>
          <a:xfrm>
            <a:off x="208875" y="4485000"/>
            <a:ext cx="8393700" cy="658500"/>
          </a:xfrm>
          <a:prstGeom prst="rect">
            <a:avLst/>
          </a:prstGeom>
          <a:noFill/>
          <a:ln>
            <a:noFill/>
          </a:ln>
        </p:spPr>
        <p:txBody>
          <a:bodyPr anchorCtr="0" anchor="ctr" bIns="175" lIns="175" spcFirstLastPara="1" rIns="175" wrap="square" tIns="175">
            <a:noAutofit/>
          </a:bodyPr>
          <a:lstStyle/>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a:t>
            </a:r>
            <a:r>
              <a:rPr lang="en-GB" sz="1072">
                <a:solidFill>
                  <a:srgbClr val="172033"/>
                </a:solidFill>
                <a:latin typeface="Arial"/>
                <a:ea typeface="Arial"/>
                <a:cs typeface="Arial"/>
                <a:sym typeface="Arial"/>
              </a:rPr>
              <a:t> Kept R4 schedule; moved R8 timing to protect the pipeline.</a:t>
            </a:r>
            <a:endParaRPr sz="1072">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 Confirmed R6 scheduled run instead of asking for unnecessary rework.</a:t>
            </a:r>
            <a:endParaRPr sz="1072">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 Recorded R10 dependency on complete actual market data.</a:t>
            </a:r>
            <a:endParaRPr sz="1072">
              <a:solidFill>
                <a:srgbClr val="000000"/>
              </a:solidFill>
              <a:latin typeface="Arial"/>
              <a:ea typeface="Arial"/>
              <a:cs typeface="Arial"/>
              <a:sym typeface="Arial"/>
            </a:endParaRPr>
          </a:p>
        </p:txBody>
      </p:sp>
      <p:sp>
        <p:nvSpPr>
          <p:cNvPr id="240" name="Google Shape;240;p39"/>
          <p:cNvSpPr/>
          <p:nvPr/>
        </p:nvSpPr>
        <p:spPr>
          <a:xfrm>
            <a:off x="5757875" y="2383963"/>
            <a:ext cx="237300" cy="242700"/>
          </a:xfrm>
          <a:prstGeom prst="mathPlus">
            <a:avLst>
              <a:gd fmla="val 23520" name="adj1"/>
            </a:avLst>
          </a:prstGeom>
          <a:solidFill>
            <a:srgbClr val="08172E"/>
          </a:solidFill>
          <a:ln cap="flat" cmpd="sng" w="9525">
            <a:solidFill>
              <a:srgbClr val="0817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9"/>
          <p:cNvSpPr/>
          <p:nvPr/>
        </p:nvSpPr>
        <p:spPr>
          <a:xfrm>
            <a:off x="1851400" y="2405463"/>
            <a:ext cx="237300" cy="242700"/>
          </a:xfrm>
          <a:prstGeom prst="mathPlus">
            <a:avLst>
              <a:gd fmla="val 23520" name="adj1"/>
            </a:avLst>
          </a:prstGeom>
          <a:solidFill>
            <a:srgbClr val="08172E"/>
          </a:solidFill>
          <a:ln cap="flat" cmpd="sng" w="9525">
            <a:solidFill>
              <a:srgbClr val="0817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39"/>
          <p:cNvSpPr/>
          <p:nvPr/>
        </p:nvSpPr>
        <p:spPr>
          <a:xfrm>
            <a:off x="3241122" y="3497363"/>
            <a:ext cx="967200" cy="774600"/>
          </a:xfrm>
          <a:prstGeom prst="roundRect">
            <a:avLst>
              <a:gd fmla="val 13333" name="adj"/>
            </a:avLst>
          </a:prstGeom>
          <a:solidFill>
            <a:srgbClr val="00B8A9"/>
          </a:solidFill>
          <a:ln cap="flat" cmpd="sng" w="7050">
            <a:solidFill>
              <a:srgbClr val="00B8A9"/>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a:t>
            </a:r>
            <a:r>
              <a:rPr b="1" lang="en-GB" sz="961">
                <a:solidFill>
                  <a:srgbClr val="FFFFFF"/>
                </a:solidFill>
              </a:rPr>
              <a:t>6</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rPr>
              <a:t>Data</a:t>
            </a:r>
            <a:endParaRPr sz="961">
              <a:solidFill>
                <a:srgbClr val="000000"/>
              </a:solidFill>
              <a:latin typeface="Arial"/>
              <a:ea typeface="Arial"/>
              <a:cs typeface="Arial"/>
              <a:sym typeface="Arial"/>
            </a:endParaRPr>
          </a:p>
        </p:txBody>
      </p:sp>
      <p:cxnSp>
        <p:nvCxnSpPr>
          <p:cNvPr id="243" name="Google Shape;243;p39"/>
          <p:cNvCxnSpPr/>
          <p:nvPr/>
        </p:nvCxnSpPr>
        <p:spPr>
          <a:xfrm rot="10800000">
            <a:off x="2025250" y="3067550"/>
            <a:ext cx="1076100" cy="771000"/>
          </a:xfrm>
          <a:prstGeom prst="straightConnector1">
            <a:avLst/>
          </a:prstGeom>
          <a:noFill/>
          <a:ln cap="flat" cmpd="sng" w="11250">
            <a:solidFill>
              <a:srgbClr val="071A33"/>
            </a:solidFill>
            <a:prstDash val="solid"/>
            <a:round/>
            <a:headEnd len="sm" w="sm" type="none"/>
            <a:tailEnd len="med" w="med" type="triangle"/>
          </a:ln>
        </p:spPr>
      </p:cxnSp>
      <p:cxnSp>
        <p:nvCxnSpPr>
          <p:cNvPr id="244" name="Google Shape;244;p39"/>
          <p:cNvCxnSpPr/>
          <p:nvPr/>
        </p:nvCxnSpPr>
        <p:spPr>
          <a:xfrm flipH="1" rot="10800000">
            <a:off x="4270700" y="3245550"/>
            <a:ext cx="864300" cy="600900"/>
          </a:xfrm>
          <a:prstGeom prst="straightConnector1">
            <a:avLst/>
          </a:prstGeom>
          <a:noFill/>
          <a:ln cap="flat" cmpd="sng" w="11250">
            <a:solidFill>
              <a:srgbClr val="071A33"/>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48" name="Shape 248"/>
        <p:cNvGrpSpPr/>
        <p:nvPr/>
      </p:nvGrpSpPr>
      <p:grpSpPr>
        <a:xfrm>
          <a:off x="0" y="0"/>
          <a:ext cx="0" cy="0"/>
          <a:chOff x="0" y="0"/>
          <a:chExt cx="0" cy="0"/>
        </a:xfrm>
      </p:grpSpPr>
      <p:sp>
        <p:nvSpPr>
          <p:cNvPr id="249" name="Google Shape;249;p4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40"/>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4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52" name="Google Shape;252;p40"/>
          <p:cNvSpPr/>
          <p:nvPr/>
        </p:nvSpPr>
        <p:spPr>
          <a:xfrm>
            <a:off x="139175" y="696463"/>
            <a:ext cx="7203900" cy="35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111"/>
              <a:buFont typeface="Play"/>
              <a:buNone/>
            </a:pPr>
            <a:r>
              <a:rPr b="1" lang="en-GB" sz="2111">
                <a:solidFill>
                  <a:srgbClr val="172033"/>
                </a:solidFill>
              </a:rPr>
              <a:t>Retrospective: verify artifacts</a:t>
            </a:r>
            <a:endParaRPr sz="2111">
              <a:solidFill>
                <a:srgbClr val="000000"/>
              </a:solidFill>
            </a:endParaRPr>
          </a:p>
        </p:txBody>
      </p:sp>
      <p:sp>
        <p:nvSpPr>
          <p:cNvPr id="253" name="Google Shape;253;p40"/>
          <p:cNvSpPr/>
          <p:nvPr/>
        </p:nvSpPr>
        <p:spPr>
          <a:xfrm>
            <a:off x="139172" y="1072678"/>
            <a:ext cx="7695000" cy="27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1018"/>
              <a:buFont typeface="Arial"/>
              <a:buNone/>
            </a:pPr>
            <a:r>
              <a:rPr lang="en-GB" sz="1018">
                <a:solidFill>
                  <a:srgbClr val="5C6575"/>
                </a:solidFill>
                <a:latin typeface="Arial"/>
                <a:ea typeface="Arial"/>
                <a:cs typeface="Arial"/>
                <a:sym typeface="Arial"/>
              </a:rPr>
              <a:t>Sunday lesson: a green workflow is not proof that downstream files are current or correct.</a:t>
            </a:r>
            <a:endParaRPr sz="1018">
              <a:solidFill>
                <a:srgbClr val="000000"/>
              </a:solidFill>
              <a:latin typeface="Arial"/>
              <a:ea typeface="Arial"/>
              <a:cs typeface="Arial"/>
              <a:sym typeface="Arial"/>
            </a:endParaRPr>
          </a:p>
        </p:txBody>
      </p:sp>
      <p:sp>
        <p:nvSpPr>
          <p:cNvPr id="254" name="Google Shape;254;p40"/>
          <p:cNvSpPr/>
          <p:nvPr/>
        </p:nvSpPr>
        <p:spPr>
          <a:xfrm>
            <a:off x="151762" y="1802332"/>
            <a:ext cx="18828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en-GB" sz="980">
                <a:solidFill>
                  <a:srgbClr val="E84545"/>
                </a:solidFill>
                <a:latin typeface="Arial"/>
                <a:ea typeface="Arial"/>
                <a:cs typeface="Arial"/>
                <a:sym typeface="Arial"/>
              </a:rPr>
              <a:t>Sunday incident path</a:t>
            </a:r>
            <a:endParaRPr sz="980">
              <a:solidFill>
                <a:srgbClr val="000000"/>
              </a:solidFill>
              <a:latin typeface="Arial"/>
              <a:ea typeface="Arial"/>
              <a:cs typeface="Arial"/>
              <a:sym typeface="Arial"/>
            </a:endParaRPr>
          </a:p>
        </p:txBody>
      </p:sp>
      <p:cxnSp>
        <p:nvCxnSpPr>
          <p:cNvPr id="255" name="Google Shape;255;p40"/>
          <p:cNvCxnSpPr/>
          <p:nvPr/>
        </p:nvCxnSpPr>
        <p:spPr>
          <a:xfrm>
            <a:off x="745245" y="2600091"/>
            <a:ext cx="7899600" cy="0"/>
          </a:xfrm>
          <a:prstGeom prst="straightConnector1">
            <a:avLst/>
          </a:prstGeom>
          <a:noFill/>
          <a:ln cap="flat" cmpd="sng" w="10525">
            <a:solidFill>
              <a:srgbClr val="071A33">
                <a:alpha val="70200"/>
              </a:srgbClr>
            </a:solidFill>
            <a:prstDash val="solid"/>
            <a:round/>
            <a:headEnd len="sm" w="sm" type="none"/>
            <a:tailEnd len="med" w="med" type="triangle"/>
          </a:ln>
        </p:spPr>
      </p:cxnSp>
      <p:sp>
        <p:nvSpPr>
          <p:cNvPr id="256" name="Google Shape;256;p40"/>
          <p:cNvSpPr/>
          <p:nvPr/>
        </p:nvSpPr>
        <p:spPr>
          <a:xfrm>
            <a:off x="151740" y="2374312"/>
            <a:ext cx="1269000" cy="411900"/>
          </a:xfrm>
          <a:prstGeom prst="roundRect">
            <a:avLst>
              <a:gd fmla="val 15385" name="adj"/>
            </a:avLst>
          </a:prstGeom>
          <a:solidFill>
            <a:srgbClr val="E84545"/>
          </a:solidFill>
          <a:ln cap="flat" cmpd="sng" w="7175">
            <a:solidFill>
              <a:srgbClr val="E8454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R7 review</a:t>
            </a:r>
            <a:endParaRPr sz="792">
              <a:solidFill>
                <a:srgbClr val="000000"/>
              </a:solidFill>
              <a:latin typeface="Arial"/>
              <a:ea typeface="Arial"/>
              <a:cs typeface="Arial"/>
              <a:sym typeface="Arial"/>
            </a:endParaRPr>
          </a:p>
        </p:txBody>
      </p:sp>
      <p:sp>
        <p:nvSpPr>
          <p:cNvPr id="257" name="Google Shape;257;p40"/>
          <p:cNvSpPr/>
          <p:nvPr/>
        </p:nvSpPr>
        <p:spPr>
          <a:xfrm>
            <a:off x="6987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R5 Markdown showed NaN closing prices</a:t>
            </a:r>
            <a:endParaRPr sz="769">
              <a:solidFill>
                <a:srgbClr val="000000"/>
              </a:solidFill>
              <a:latin typeface="Arial"/>
              <a:ea typeface="Arial"/>
              <a:cs typeface="Arial"/>
              <a:sym typeface="Arial"/>
            </a:endParaRPr>
          </a:p>
        </p:txBody>
      </p:sp>
      <p:sp>
        <p:nvSpPr>
          <p:cNvPr id="258" name="Google Shape;258;p40"/>
          <p:cNvSpPr/>
          <p:nvPr/>
        </p:nvSpPr>
        <p:spPr>
          <a:xfrm>
            <a:off x="2566655"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Investigation</a:t>
            </a:r>
            <a:endParaRPr sz="792">
              <a:solidFill>
                <a:srgbClr val="000000"/>
              </a:solidFill>
              <a:latin typeface="Arial"/>
              <a:ea typeface="Arial"/>
              <a:cs typeface="Arial"/>
              <a:sym typeface="Arial"/>
            </a:endParaRPr>
          </a:p>
        </p:txBody>
      </p:sp>
      <p:sp>
        <p:nvSpPr>
          <p:cNvPr id="259" name="Google Shape;259;p40"/>
          <p:cNvSpPr/>
          <p:nvPr/>
        </p:nvSpPr>
        <p:spPr>
          <a:xfrm>
            <a:off x="2484793"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JSON values valid, Markdown/branch stale</a:t>
            </a:r>
            <a:endParaRPr sz="769">
              <a:solidFill>
                <a:srgbClr val="000000"/>
              </a:solidFill>
              <a:latin typeface="Arial"/>
              <a:ea typeface="Arial"/>
              <a:cs typeface="Arial"/>
              <a:sym typeface="Arial"/>
            </a:endParaRPr>
          </a:p>
        </p:txBody>
      </p:sp>
      <p:sp>
        <p:nvSpPr>
          <p:cNvPr id="260" name="Google Shape;260;p40"/>
          <p:cNvSpPr/>
          <p:nvPr/>
        </p:nvSpPr>
        <p:spPr>
          <a:xfrm>
            <a:off x="4981570"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Action</a:t>
            </a:r>
            <a:endParaRPr sz="792">
              <a:solidFill>
                <a:srgbClr val="000000"/>
              </a:solidFill>
              <a:latin typeface="Arial"/>
              <a:ea typeface="Arial"/>
              <a:cs typeface="Arial"/>
              <a:sym typeface="Arial"/>
            </a:endParaRPr>
          </a:p>
        </p:txBody>
      </p:sp>
      <p:sp>
        <p:nvSpPr>
          <p:cNvPr id="261" name="Google Shape;261;p40"/>
          <p:cNvSpPr/>
          <p:nvPr/>
        </p:nvSpPr>
        <p:spPr>
          <a:xfrm>
            <a:off x="489970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R5 re-ran workflow on Week-07 branch</a:t>
            </a:r>
            <a:endParaRPr sz="769">
              <a:solidFill>
                <a:srgbClr val="000000"/>
              </a:solidFill>
              <a:latin typeface="Arial"/>
              <a:ea typeface="Arial"/>
              <a:cs typeface="Arial"/>
              <a:sym typeface="Arial"/>
            </a:endParaRPr>
          </a:p>
        </p:txBody>
      </p:sp>
      <p:sp>
        <p:nvSpPr>
          <p:cNvPr id="262" name="Google Shape;262;p40"/>
          <p:cNvSpPr/>
          <p:nvPr/>
        </p:nvSpPr>
        <p:spPr>
          <a:xfrm>
            <a:off x="7396485" y="2374312"/>
            <a:ext cx="1269000" cy="411900"/>
          </a:xfrm>
          <a:prstGeom prst="roundRect">
            <a:avLst>
              <a:gd fmla="val 15385" name="adj"/>
            </a:avLst>
          </a:prstGeom>
          <a:solidFill>
            <a:srgbClr val="2B7A55"/>
          </a:solidFill>
          <a:ln cap="flat" cmpd="sng" w="7175">
            <a:solidFill>
              <a:srgbClr val="2B7A5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Resolution</a:t>
            </a:r>
            <a:endParaRPr sz="792">
              <a:solidFill>
                <a:srgbClr val="000000"/>
              </a:solidFill>
              <a:latin typeface="Arial"/>
              <a:ea typeface="Arial"/>
              <a:cs typeface="Arial"/>
              <a:sym typeface="Arial"/>
            </a:endParaRPr>
          </a:p>
        </p:txBody>
      </p:sp>
      <p:sp>
        <p:nvSpPr>
          <p:cNvPr id="263" name="Google Shape;263;p40"/>
          <p:cNvSpPr/>
          <p:nvPr/>
        </p:nvSpPr>
        <p:spPr>
          <a:xfrm>
            <a:off x="7314623"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JSON, Markdown, charts and slides updated</a:t>
            </a:r>
            <a:endParaRPr sz="769">
              <a:solidFill>
                <a:srgbClr val="000000"/>
              </a:solidFill>
              <a:latin typeface="Arial"/>
              <a:ea typeface="Arial"/>
              <a:cs typeface="Arial"/>
              <a:sym typeface="Arial"/>
            </a:endParaRPr>
          </a:p>
        </p:txBody>
      </p:sp>
      <p:sp>
        <p:nvSpPr>
          <p:cNvPr id="264" name="Google Shape;264;p40"/>
          <p:cNvSpPr/>
          <p:nvPr/>
        </p:nvSpPr>
        <p:spPr>
          <a:xfrm>
            <a:off x="221037" y="3967273"/>
            <a:ext cx="24561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en-GB" sz="980">
                <a:solidFill>
                  <a:srgbClr val="E84545"/>
                </a:solidFill>
                <a:latin typeface="Arial"/>
                <a:ea typeface="Arial"/>
                <a:cs typeface="Arial"/>
                <a:sym typeface="Arial"/>
              </a:rPr>
              <a:t>Sprint 8 process change</a:t>
            </a:r>
            <a:endParaRPr sz="980">
              <a:solidFill>
                <a:srgbClr val="000000"/>
              </a:solidFill>
              <a:latin typeface="Arial"/>
              <a:ea typeface="Arial"/>
              <a:cs typeface="Arial"/>
              <a:sym typeface="Arial"/>
            </a:endParaRPr>
          </a:p>
        </p:txBody>
      </p:sp>
      <p:sp>
        <p:nvSpPr>
          <p:cNvPr id="265" name="Google Shape;265;p40"/>
          <p:cNvSpPr/>
          <p:nvPr/>
        </p:nvSpPr>
        <p:spPr>
          <a:xfrm>
            <a:off x="221026" y="4291955"/>
            <a:ext cx="8922900" cy="7920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Check JSON and Markdown values match before R7/R8 uses them.</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Confirm all expected artifacts were modified by the latest workflow run.</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Force NaN values to fail the workflow instead of publishing them.</a:t>
            </a:r>
            <a:endParaRPr sz="107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70" name="Shape 270"/>
        <p:cNvGrpSpPr/>
        <p:nvPr/>
      </p:nvGrpSpPr>
      <p:grpSpPr>
        <a:xfrm>
          <a:off x="0" y="0"/>
          <a:ext cx="0" cy="0"/>
          <a:chOff x="0" y="0"/>
          <a:chExt cx="0" cy="0"/>
        </a:xfrm>
      </p:grpSpPr>
      <p:sp>
        <p:nvSpPr>
          <p:cNvPr id="271" name="Google Shape;271;p41"/>
          <p:cNvSpPr/>
          <p:nvPr/>
        </p:nvSpPr>
        <p:spPr>
          <a:xfrm>
            <a:off x="0" y="0"/>
            <a:ext cx="9144000" cy="658500"/>
          </a:xfrm>
          <a:prstGeom prst="rect">
            <a:avLst/>
          </a:prstGeom>
          <a:solidFill>
            <a:srgbClr val="0817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2" name="Google Shape;272;p41"/>
          <p:cNvSpPr/>
          <p:nvPr/>
        </p:nvSpPr>
        <p:spPr>
          <a:xfrm>
            <a:off x="0" y="640080"/>
            <a:ext cx="9144000" cy="36600"/>
          </a:xfrm>
          <a:prstGeom prst="rect">
            <a:avLst/>
          </a:prstGeom>
          <a:solidFill>
            <a:srgbClr val="7C4D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3" name="Google Shape;273;p41"/>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en-GB" sz="1500">
                <a:solidFill>
                  <a:srgbClr val="FFFFFF"/>
                </a:solidFill>
                <a:latin typeface="Arial"/>
                <a:ea typeface="Arial"/>
                <a:cs typeface="Arial"/>
                <a:sym typeface="Arial"/>
              </a:rPr>
              <a:t>R1 Product Owner</a:t>
            </a:r>
            <a:endParaRPr/>
          </a:p>
        </p:txBody>
      </p:sp>
      <p:sp>
        <p:nvSpPr>
          <p:cNvPr id="274" name="Google Shape;274;p41"/>
          <p:cNvSpPr/>
          <p:nvPr/>
        </p:nvSpPr>
        <p:spPr>
          <a:xfrm>
            <a:off x="381000" y="866775"/>
            <a:ext cx="83820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100">
                <a:solidFill>
                  <a:srgbClr val="08172E"/>
                </a:solidFill>
                <a:latin typeface="Arial"/>
                <a:ea typeface="Arial"/>
                <a:cs typeface="Arial"/>
                <a:sym typeface="Arial"/>
              </a:rPr>
              <a:t>Sprint 7 goal was substantially achieved</a:t>
            </a:r>
            <a:endParaRPr/>
          </a:p>
        </p:txBody>
      </p:sp>
      <p:sp>
        <p:nvSpPr>
          <p:cNvPr id="275" name="Google Shape;275;p41"/>
          <p:cNvSpPr/>
          <p:nvPr/>
        </p:nvSpPr>
        <p:spPr>
          <a:xfrm>
            <a:off x="381000" y="1285875"/>
            <a:ext cx="8382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526071"/>
                </a:solidFill>
                <a:latin typeface="Arial"/>
                <a:ea typeface="Arial"/>
                <a:cs typeface="Arial"/>
                <a:sym typeface="Arial"/>
              </a:rPr>
              <a:t>A reliable W29 pipeline now supports SPX, NDX, IWM and all 11 S&amp;P 500 sectors.</a:t>
            </a:r>
            <a:endParaRPr/>
          </a:p>
        </p:txBody>
      </p:sp>
      <p:sp>
        <p:nvSpPr>
          <p:cNvPr id="276" name="Google Shape;276;p41"/>
          <p:cNvSpPr/>
          <p:nvPr/>
        </p:nvSpPr>
        <p:spPr>
          <a:xfrm>
            <a:off x="381000" y="1762125"/>
            <a:ext cx="2095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4285F4"/>
                </a:solidFill>
                <a:latin typeface="Arial"/>
                <a:ea typeface="Arial"/>
                <a:cs typeface="Arial"/>
                <a:sym typeface="Arial"/>
              </a:rPr>
              <a:t>SPRINT GOAL</a:t>
            </a:r>
            <a:endParaRPr/>
          </a:p>
        </p:txBody>
      </p:sp>
      <p:sp>
        <p:nvSpPr>
          <p:cNvPr id="277" name="Google Shape;277;p41"/>
          <p:cNvSpPr/>
          <p:nvPr/>
        </p:nvSpPr>
        <p:spPr>
          <a:xfrm>
            <a:off x="381000" y="2076450"/>
            <a:ext cx="2571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rgbClr val="263445"/>
                </a:solidFill>
                <a:latin typeface="Arial"/>
                <a:ea typeface="Arial"/>
                <a:cs typeface="Arial"/>
                <a:sym typeface="Arial"/>
              </a:rPr>
              <a:t>Automate R3–R10 as far as reasonably possible, control dependencies, and retain manual completion where full automation is limited.</a:t>
            </a:r>
            <a:endParaRPr/>
          </a:p>
        </p:txBody>
      </p:sp>
      <p:sp>
        <p:nvSpPr>
          <p:cNvPr id="278" name="Google Shape;278;p41"/>
          <p:cNvSpPr/>
          <p:nvPr/>
        </p:nvSpPr>
        <p:spPr>
          <a:xfrm>
            <a:off x="3124200" y="1752600"/>
            <a:ext cx="19050" cy="2000250"/>
          </a:xfrm>
          <a:prstGeom prst="rect">
            <a:avLst/>
          </a:prstGeom>
          <a:solidFill>
            <a:srgbClr val="D7E0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1"/>
          <p:cNvSpPr/>
          <p:nvPr/>
        </p:nvSpPr>
        <p:spPr>
          <a:xfrm>
            <a:off x="3476625" y="1724025"/>
            <a:ext cx="1809750" cy="495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2550">
                <a:solidFill>
                  <a:srgbClr val="1A9A69"/>
                </a:solidFill>
              </a:rPr>
              <a:t>6</a:t>
            </a:r>
            <a:r>
              <a:rPr b="1" lang="en-GB" sz="2550">
                <a:solidFill>
                  <a:srgbClr val="1A9A69"/>
                </a:solidFill>
                <a:latin typeface="Arial"/>
                <a:ea typeface="Arial"/>
                <a:cs typeface="Arial"/>
                <a:sym typeface="Arial"/>
              </a:rPr>
              <a:t> / 8</a:t>
            </a:r>
            <a:endParaRPr/>
          </a:p>
        </p:txBody>
      </p:sp>
      <p:sp>
        <p:nvSpPr>
          <p:cNvPr id="280" name="Google Shape;280;p41"/>
          <p:cNvSpPr/>
          <p:nvPr/>
        </p:nvSpPr>
        <p:spPr>
          <a:xfrm>
            <a:off x="3476625" y="2238375"/>
            <a:ext cx="180975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050">
                <a:solidFill>
                  <a:srgbClr val="1A9A69"/>
                </a:solidFill>
                <a:latin typeface="Arial"/>
                <a:ea typeface="Arial"/>
                <a:cs typeface="Arial"/>
                <a:sym typeface="Arial"/>
              </a:rPr>
              <a:t>FULLY AUTOMATED</a:t>
            </a:r>
            <a:endParaRPr/>
          </a:p>
        </p:txBody>
      </p:sp>
      <p:sp>
        <p:nvSpPr>
          <p:cNvPr id="281" name="Google Shape;281;p41"/>
          <p:cNvSpPr/>
          <p:nvPr/>
        </p:nvSpPr>
        <p:spPr>
          <a:xfrm>
            <a:off x="3476625" y="2628900"/>
            <a:ext cx="1809750" cy="571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rgbClr val="263445"/>
                </a:solidFill>
                <a:latin typeface="Arial"/>
                <a:ea typeface="Arial"/>
                <a:cs typeface="Arial"/>
                <a:sym typeface="Arial"/>
              </a:rPr>
              <a:t>R3  •  R5  •  R6</a:t>
            </a:r>
            <a:endParaRPr/>
          </a:p>
          <a:p>
            <a:pPr indent="0" lvl="0" marL="0" marR="0" rtl="0" algn="ctr">
              <a:spcBef>
                <a:spcPts val="0"/>
              </a:spcBef>
              <a:spcAft>
                <a:spcPts val="0"/>
              </a:spcAft>
              <a:buNone/>
            </a:pPr>
            <a:r>
              <a:rPr lang="en-GB" sz="1200">
                <a:solidFill>
                  <a:srgbClr val="263445"/>
                </a:solidFill>
                <a:latin typeface="Arial"/>
                <a:ea typeface="Arial"/>
                <a:cs typeface="Arial"/>
                <a:sym typeface="Arial"/>
              </a:rPr>
              <a:t>R7  • R8  •  R10</a:t>
            </a:r>
            <a:endParaRPr/>
          </a:p>
        </p:txBody>
      </p:sp>
      <p:sp>
        <p:nvSpPr>
          <p:cNvPr id="282" name="Google Shape;282;p41"/>
          <p:cNvSpPr/>
          <p:nvPr/>
        </p:nvSpPr>
        <p:spPr>
          <a:xfrm>
            <a:off x="5905500" y="1724025"/>
            <a:ext cx="1809750" cy="495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2550">
                <a:solidFill>
                  <a:srgbClr val="F28C28"/>
                </a:solidFill>
                <a:latin typeface="Arial"/>
                <a:ea typeface="Arial"/>
                <a:cs typeface="Arial"/>
                <a:sym typeface="Arial"/>
              </a:rPr>
              <a:t>1 / 8</a:t>
            </a:r>
            <a:endParaRPr/>
          </a:p>
        </p:txBody>
      </p:sp>
      <p:sp>
        <p:nvSpPr>
          <p:cNvPr id="283" name="Google Shape;283;p41"/>
          <p:cNvSpPr/>
          <p:nvPr/>
        </p:nvSpPr>
        <p:spPr>
          <a:xfrm>
            <a:off x="5905500" y="2238375"/>
            <a:ext cx="180975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050">
                <a:solidFill>
                  <a:srgbClr val="F28C28"/>
                </a:solidFill>
                <a:latin typeface="Arial"/>
                <a:ea typeface="Arial"/>
                <a:cs typeface="Arial"/>
                <a:sym typeface="Arial"/>
              </a:rPr>
              <a:t>PARTIALLY AUTOMATED</a:t>
            </a:r>
            <a:endParaRPr/>
          </a:p>
        </p:txBody>
      </p:sp>
      <p:sp>
        <p:nvSpPr>
          <p:cNvPr id="284" name="Google Shape;284;p41"/>
          <p:cNvSpPr/>
          <p:nvPr/>
        </p:nvSpPr>
        <p:spPr>
          <a:xfrm>
            <a:off x="5905500" y="2725425"/>
            <a:ext cx="1809750" cy="571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rgbClr val="263445"/>
                </a:solidFill>
                <a:latin typeface="Arial"/>
                <a:ea typeface="Arial"/>
                <a:cs typeface="Arial"/>
                <a:sym typeface="Arial"/>
              </a:rPr>
              <a:t>R4 </a:t>
            </a:r>
            <a:r>
              <a:rPr lang="en-GB" sz="1200">
                <a:solidFill>
                  <a:srgbClr val="263445"/>
                </a:solidFill>
              </a:rPr>
              <a:t>and R9</a:t>
            </a:r>
            <a:endParaRPr sz="1200">
              <a:solidFill>
                <a:srgbClr val="263445"/>
              </a:solidFill>
              <a:latin typeface="Arial"/>
              <a:ea typeface="Arial"/>
              <a:cs typeface="Arial"/>
              <a:sym typeface="Arial"/>
            </a:endParaRPr>
          </a:p>
        </p:txBody>
      </p:sp>
      <p:sp>
        <p:nvSpPr>
          <p:cNvPr id="285" name="Google Shape;285;p41"/>
          <p:cNvSpPr/>
          <p:nvPr/>
        </p:nvSpPr>
        <p:spPr>
          <a:xfrm>
            <a:off x="381000" y="3905250"/>
            <a:ext cx="8382000" cy="619125"/>
          </a:xfrm>
          <a:prstGeom prst="roundRect">
            <a:avLst>
              <a:gd fmla="val 12308" name="adj"/>
            </a:avLst>
          </a:prstGeom>
          <a:solidFill>
            <a:srgbClr val="FFF4E5"/>
          </a:solidFill>
          <a:ln cap="flat" cmpd="sng" w="9525">
            <a:solidFill>
              <a:srgbClr val="F28C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1"/>
          <p:cNvSpPr/>
          <p:nvPr/>
        </p:nvSpPr>
        <p:spPr>
          <a:xfrm>
            <a:off x="590550" y="4048125"/>
            <a:ext cx="79629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125">
                <a:solidFill>
                  <a:srgbClr val="7A4715"/>
                </a:solidFill>
                <a:latin typeface="Arial"/>
                <a:ea typeface="Arial"/>
                <a:cs typeface="Arial"/>
                <a:sym typeface="Arial"/>
              </a:rPr>
              <a:t>API limitation: R4 require external API calls, so partial automation and manual completion are retained. No R3–R10 role is left without an automation path.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91" name="Shape 291"/>
        <p:cNvGrpSpPr/>
        <p:nvPr/>
      </p:nvGrpSpPr>
      <p:grpSpPr>
        <a:xfrm>
          <a:off x="0" y="0"/>
          <a:ext cx="0" cy="0"/>
          <a:chOff x="0" y="0"/>
          <a:chExt cx="0" cy="0"/>
        </a:xfrm>
      </p:grpSpPr>
      <p:sp>
        <p:nvSpPr>
          <p:cNvPr id="292" name="Google Shape;292;p42"/>
          <p:cNvSpPr/>
          <p:nvPr/>
        </p:nvSpPr>
        <p:spPr>
          <a:xfrm>
            <a:off x="0" y="0"/>
            <a:ext cx="9144000" cy="658500"/>
          </a:xfrm>
          <a:prstGeom prst="rect">
            <a:avLst/>
          </a:prstGeom>
          <a:solidFill>
            <a:srgbClr val="0817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3" name="Google Shape;293;p42"/>
          <p:cNvSpPr/>
          <p:nvPr/>
        </p:nvSpPr>
        <p:spPr>
          <a:xfrm>
            <a:off x="0" y="640080"/>
            <a:ext cx="9144000" cy="36600"/>
          </a:xfrm>
          <a:prstGeom prst="rect">
            <a:avLst/>
          </a:prstGeom>
          <a:solidFill>
            <a:srgbClr val="7C4D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4" name="Google Shape;294;p42"/>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en-GB" sz="1500">
                <a:solidFill>
                  <a:srgbClr val="FFFFFF"/>
                </a:solidFill>
                <a:latin typeface="Arial"/>
                <a:ea typeface="Arial"/>
                <a:cs typeface="Arial"/>
                <a:sym typeface="Arial"/>
              </a:rPr>
              <a:t>R1 Product Owner</a:t>
            </a:r>
            <a:endParaRPr/>
          </a:p>
        </p:txBody>
      </p:sp>
      <p:sp>
        <p:nvSpPr>
          <p:cNvPr id="295" name="Google Shape;295;p42"/>
          <p:cNvSpPr/>
          <p:nvPr/>
        </p:nvSpPr>
        <p:spPr>
          <a:xfrm>
            <a:off x="381000" y="876300"/>
            <a:ext cx="8382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100">
                <a:solidFill>
                  <a:srgbClr val="08172E"/>
                </a:solidFill>
                <a:latin typeface="Arial"/>
                <a:ea typeface="Arial"/>
                <a:cs typeface="Arial"/>
                <a:sym typeface="Arial"/>
              </a:rPr>
              <a:t>W29 outlook shifts to Neutral-Bearish</a:t>
            </a:r>
            <a:endParaRPr/>
          </a:p>
        </p:txBody>
      </p:sp>
      <p:sp>
        <p:nvSpPr>
          <p:cNvPr id="296" name="Google Shape;296;p42"/>
          <p:cNvSpPr/>
          <p:nvPr/>
        </p:nvSpPr>
        <p:spPr>
          <a:xfrm>
            <a:off x="381000" y="1295400"/>
            <a:ext cx="8382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526071"/>
                </a:solidFill>
                <a:latin typeface="Arial"/>
                <a:ea typeface="Arial"/>
                <a:cs typeface="Arial"/>
                <a:sym typeface="Arial"/>
              </a:rPr>
              <a:t>The team prioritised current market risk over supportive July seasonality.</a:t>
            </a:r>
            <a:endParaRPr/>
          </a:p>
        </p:txBody>
      </p:sp>
      <p:sp>
        <p:nvSpPr>
          <p:cNvPr id="297" name="Google Shape;297;p42"/>
          <p:cNvSpPr/>
          <p:nvPr/>
        </p:nvSpPr>
        <p:spPr>
          <a:xfrm>
            <a:off x="381000" y="1733550"/>
            <a:ext cx="2362200" cy="47625"/>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2"/>
          <p:cNvSpPr/>
          <p:nvPr/>
        </p:nvSpPr>
        <p:spPr>
          <a:xfrm>
            <a:off x="3810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4285F4"/>
                </a:solidFill>
                <a:latin typeface="Arial"/>
                <a:ea typeface="Arial"/>
                <a:cs typeface="Arial"/>
                <a:sym typeface="Arial"/>
              </a:rPr>
              <a:t>PRODUCT VALUE</a:t>
            </a:r>
            <a:endParaRPr/>
          </a:p>
        </p:txBody>
      </p:sp>
      <p:sp>
        <p:nvSpPr>
          <p:cNvPr id="299" name="Google Shape;299;p42"/>
          <p:cNvSpPr/>
          <p:nvPr/>
        </p:nvSpPr>
        <p:spPr>
          <a:xfrm>
            <a:off x="381000" y="2190750"/>
            <a:ext cx="23622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263445"/>
                </a:solidFill>
                <a:latin typeface="Arial"/>
                <a:ea typeface="Arial"/>
                <a:cs typeface="Arial"/>
                <a:sym typeface="Arial"/>
              </a:rPr>
              <a:t>A transparent weekly decision</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Evidence from macro, technical, seasonal and human review</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Uncertainty is visible rather than hidden</a:t>
            </a:r>
            <a:endParaRPr/>
          </a:p>
        </p:txBody>
      </p:sp>
      <p:sp>
        <p:nvSpPr>
          <p:cNvPr id="300" name="Google Shape;300;p42"/>
          <p:cNvSpPr/>
          <p:nvPr/>
        </p:nvSpPr>
        <p:spPr>
          <a:xfrm>
            <a:off x="3238500" y="1733550"/>
            <a:ext cx="2362200" cy="47625"/>
          </a:xfrm>
          <a:prstGeom prst="rect">
            <a:avLst/>
          </a:prstGeom>
          <a:solidFill>
            <a:srgbClr val="FFAB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2"/>
          <p:cNvSpPr/>
          <p:nvPr/>
        </p:nvSpPr>
        <p:spPr>
          <a:xfrm>
            <a:off x="32385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FFAB40"/>
                </a:solidFill>
                <a:latin typeface="Arial"/>
                <a:ea typeface="Arial"/>
                <a:cs typeface="Arial"/>
                <a:sym typeface="Arial"/>
              </a:rPr>
              <a:t>DECISION EVIDENCE</a:t>
            </a:r>
            <a:endParaRPr/>
          </a:p>
        </p:txBody>
      </p:sp>
      <p:sp>
        <p:nvSpPr>
          <p:cNvPr id="302" name="Google Shape;302;p42"/>
          <p:cNvSpPr/>
          <p:nvPr/>
        </p:nvSpPr>
        <p:spPr>
          <a:xfrm>
            <a:off x="3238500" y="2180825"/>
            <a:ext cx="2362200" cy="1619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GB" sz="1125">
                <a:solidFill>
                  <a:srgbClr val="263445"/>
                </a:solidFill>
              </a:rPr>
              <a:t>Macro: Moderately Bearish</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Human Score: -3</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All three indices below 8-day and 21-day EMAs</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VIX +9.78%; oil prices surged</a:t>
            </a:r>
            <a:endParaRPr sz="1125">
              <a:solidFill>
                <a:srgbClr val="263445"/>
              </a:solidFill>
            </a:endParaRPr>
          </a:p>
          <a:p>
            <a:pPr indent="0" lvl="0" marL="0" marR="0" rtl="0" algn="l">
              <a:spcBef>
                <a:spcPts val="0"/>
              </a:spcBef>
              <a:spcAft>
                <a:spcPts val="0"/>
              </a:spcAft>
              <a:buNone/>
            </a:pPr>
            <a:r>
              <a:rPr lang="en-GB" sz="1125">
                <a:solidFill>
                  <a:srgbClr val="263445"/>
                </a:solidFill>
              </a:rPr>
              <a:t>July seasonality remains supportive </a:t>
            </a:r>
            <a:endParaRPr sz="1125">
              <a:solidFill>
                <a:srgbClr val="263445"/>
              </a:solidFill>
            </a:endParaRPr>
          </a:p>
        </p:txBody>
      </p:sp>
      <p:sp>
        <p:nvSpPr>
          <p:cNvPr id="303" name="Google Shape;303;p42"/>
          <p:cNvSpPr/>
          <p:nvPr/>
        </p:nvSpPr>
        <p:spPr>
          <a:xfrm>
            <a:off x="6096000" y="1733550"/>
            <a:ext cx="2362200" cy="47625"/>
          </a:xfrm>
          <a:prstGeom prst="rect">
            <a:avLst/>
          </a:prstGeom>
          <a:solidFill>
            <a:srgbClr val="7C4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2"/>
          <p:cNvSpPr/>
          <p:nvPr/>
        </p:nvSpPr>
        <p:spPr>
          <a:xfrm>
            <a:off x="60960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7C4DFF"/>
                </a:solidFill>
                <a:latin typeface="Arial"/>
                <a:ea typeface="Arial"/>
                <a:cs typeface="Arial"/>
                <a:sym typeface="Arial"/>
              </a:rPr>
              <a:t>PRODUCT DECISION</a:t>
            </a:r>
            <a:endParaRPr/>
          </a:p>
        </p:txBody>
      </p:sp>
      <p:sp>
        <p:nvSpPr>
          <p:cNvPr id="305" name="Google Shape;305;p42"/>
          <p:cNvSpPr/>
          <p:nvPr/>
        </p:nvSpPr>
        <p:spPr>
          <a:xfrm>
            <a:off x="6096000" y="2190750"/>
            <a:ext cx="23622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263445"/>
                </a:solidFill>
                <a:latin typeface="Arial"/>
                <a:ea typeface="Arial"/>
                <a:cs typeface="Arial"/>
                <a:sym typeface="Arial"/>
              </a:rPr>
              <a:t>Final bias: Neutral-Bearish</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Confidence: Medium</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Monitor volatility and oil risk</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rPr>
              <a:t>Prioritise downside risk and improve data reliability </a:t>
            </a:r>
            <a:endParaRPr/>
          </a:p>
        </p:txBody>
      </p:sp>
      <p:sp>
        <p:nvSpPr>
          <p:cNvPr id="306" name="Google Shape;306;p42"/>
          <p:cNvSpPr/>
          <p:nvPr/>
        </p:nvSpPr>
        <p:spPr>
          <a:xfrm>
            <a:off x="381000" y="3981450"/>
            <a:ext cx="8382000" cy="552450"/>
          </a:xfrm>
          <a:prstGeom prst="roundRect">
            <a:avLst>
              <a:gd fmla="val 13793" name="adj"/>
            </a:avLst>
          </a:prstGeom>
          <a:solidFill>
            <a:srgbClr val="EDE7FF"/>
          </a:solidFill>
          <a:ln cap="flat" cmpd="sng" w="9525">
            <a:solidFill>
              <a:srgbClr val="7C4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2"/>
          <p:cNvSpPr/>
          <p:nvPr/>
        </p:nvSpPr>
        <p:spPr>
          <a:xfrm>
            <a:off x="571500" y="4133850"/>
            <a:ext cx="80010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200">
                <a:solidFill>
                  <a:srgbClr val="3C2587"/>
                </a:solidFill>
                <a:latin typeface="Arial"/>
                <a:ea typeface="Arial"/>
                <a:cs typeface="Arial"/>
                <a:sym typeface="Arial"/>
              </a:rPr>
              <a:t>Product Owner takeaway: protect decision quality first, then improve automation and data reliability.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11" name="Shape 311"/>
        <p:cNvGrpSpPr/>
        <p:nvPr/>
      </p:nvGrpSpPr>
      <p:grpSpPr>
        <a:xfrm>
          <a:off x="0" y="0"/>
          <a:ext cx="0" cy="0"/>
          <a:chOff x="0" y="0"/>
          <a:chExt cx="0" cy="0"/>
        </a:xfrm>
      </p:grpSpPr>
      <p:sp>
        <p:nvSpPr>
          <p:cNvPr id="312" name="Google Shape;312;p4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43"/>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43"/>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6</a:t>
            </a:r>
            <a:r>
              <a:rPr b="1" lang="en-GB" sz="1500">
                <a:solidFill>
                  <a:srgbClr val="FFFFFF"/>
                </a:solidFill>
                <a:latin typeface="Arial"/>
                <a:ea typeface="Arial"/>
                <a:cs typeface="Arial"/>
                <a:sym typeface="Arial"/>
              </a:rPr>
              <a:t> Data Lead</a:t>
            </a:r>
            <a:endParaRPr/>
          </a:p>
        </p:txBody>
      </p:sp>
      <p:sp>
        <p:nvSpPr>
          <p:cNvPr id="315" name="Google Shape;315;p43"/>
          <p:cNvSpPr/>
          <p:nvPr/>
        </p:nvSpPr>
        <p:spPr>
          <a:xfrm>
            <a:off x="252000" y="865625"/>
            <a:ext cx="8640000" cy="5400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Our team expected a Neutral-Bullish/Up week, but actual data shows all three core indexes fell and XLK Technology became the worst sector.</a:t>
            </a:r>
            <a:endParaRPr b="1">
              <a:highlight>
                <a:srgbClr val="F4F8FC"/>
              </a:highlight>
            </a:endParaRPr>
          </a:p>
        </p:txBody>
      </p:sp>
      <p:pic>
        <p:nvPicPr>
          <p:cNvPr id="316" name="Google Shape;316;p43"/>
          <p:cNvPicPr preferRelativeResize="0"/>
          <p:nvPr/>
        </p:nvPicPr>
        <p:blipFill>
          <a:blip r:embed="rId3">
            <a:alphaModFix/>
          </a:blip>
          <a:stretch>
            <a:fillRect/>
          </a:stretch>
        </p:blipFill>
        <p:spPr>
          <a:xfrm>
            <a:off x="0" y="1556350"/>
            <a:ext cx="9144000" cy="34610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pic>
        <p:nvPicPr>
          <p:cNvPr descr="image.png" id="321" name="Google Shape;321;p44"/>
          <p:cNvPicPr preferRelativeResize="0"/>
          <p:nvPr/>
        </p:nvPicPr>
        <p:blipFill rotWithShape="1">
          <a:blip r:embed="rId3">
            <a:alphaModFix/>
          </a:blip>
          <a:srcRect b="0" l="0" r="0" t="0"/>
          <a:stretch/>
        </p:blipFill>
        <p:spPr>
          <a:xfrm>
            <a:off x="3979069" y="0"/>
            <a:ext cx="1857375" cy="264319"/>
          </a:xfrm>
          <a:prstGeom prst="rect">
            <a:avLst/>
          </a:prstGeom>
          <a:noFill/>
          <a:ln>
            <a:noFill/>
          </a:ln>
        </p:spPr>
      </p:pic>
      <p:pic>
        <p:nvPicPr>
          <p:cNvPr descr="image.png" id="322" name="Google Shape;322;p44"/>
          <p:cNvPicPr preferRelativeResize="0"/>
          <p:nvPr/>
        </p:nvPicPr>
        <p:blipFill rotWithShape="1">
          <a:blip r:embed="rId4">
            <a:alphaModFix/>
          </a:blip>
          <a:srcRect b="0" l="0" r="0" t="0"/>
          <a:stretch/>
        </p:blipFill>
        <p:spPr>
          <a:xfrm>
            <a:off x="6729413" y="792956"/>
            <a:ext cx="2057400" cy="207169"/>
          </a:xfrm>
          <a:prstGeom prst="rect">
            <a:avLst/>
          </a:prstGeom>
          <a:noFill/>
          <a:ln>
            <a:noFill/>
          </a:ln>
        </p:spPr>
      </p:pic>
      <p:pic>
        <p:nvPicPr>
          <p:cNvPr descr="image.png" id="323" name="Google Shape;323;p44"/>
          <p:cNvPicPr preferRelativeResize="0"/>
          <p:nvPr/>
        </p:nvPicPr>
        <p:blipFill rotWithShape="1">
          <a:blip r:embed="rId5">
            <a:alphaModFix/>
          </a:blip>
          <a:srcRect b="0" l="0" r="0" t="0"/>
          <a:stretch/>
        </p:blipFill>
        <p:spPr>
          <a:xfrm>
            <a:off x="3857625" y="1335881"/>
            <a:ext cx="4929188" cy="3378994"/>
          </a:xfrm>
          <a:prstGeom prst="rect">
            <a:avLst/>
          </a:prstGeom>
          <a:noFill/>
          <a:ln>
            <a:noFill/>
          </a:ln>
        </p:spPr>
      </p:pic>
      <p:pic>
        <p:nvPicPr>
          <p:cNvPr descr="image.png" id="324" name="Google Shape;324;p44"/>
          <p:cNvPicPr preferRelativeResize="0"/>
          <p:nvPr/>
        </p:nvPicPr>
        <p:blipFill rotWithShape="1">
          <a:blip r:embed="rId6">
            <a:alphaModFix/>
          </a:blip>
          <a:srcRect b="0" l="0" r="0" t="0"/>
          <a:stretch/>
        </p:blipFill>
        <p:spPr>
          <a:xfrm>
            <a:off x="357188" y="1335881"/>
            <a:ext cx="3286125" cy="1743075"/>
          </a:xfrm>
          <a:prstGeom prst="rect">
            <a:avLst/>
          </a:prstGeom>
          <a:noFill/>
          <a:ln>
            <a:noFill/>
          </a:ln>
        </p:spPr>
      </p:pic>
      <p:pic>
        <p:nvPicPr>
          <p:cNvPr descr="image.png" id="325" name="Google Shape;325;p44"/>
          <p:cNvPicPr preferRelativeResize="0"/>
          <p:nvPr/>
        </p:nvPicPr>
        <p:blipFill rotWithShape="1">
          <a:blip r:embed="rId7">
            <a:alphaModFix/>
          </a:blip>
          <a:srcRect b="0" l="0" r="0" t="0"/>
          <a:stretch/>
        </p:blipFill>
        <p:spPr>
          <a:xfrm>
            <a:off x="357188" y="3221831"/>
            <a:ext cx="3286125" cy="1493044"/>
          </a:xfrm>
          <a:prstGeom prst="rect">
            <a:avLst/>
          </a:prstGeom>
          <a:noFill/>
          <a:ln>
            <a:noFill/>
          </a:ln>
        </p:spPr>
      </p:pic>
      <p:pic>
        <p:nvPicPr>
          <p:cNvPr descr="image.png" id="326" name="Google Shape;326;p44"/>
          <p:cNvPicPr preferRelativeResize="0"/>
          <p:nvPr/>
        </p:nvPicPr>
        <p:blipFill rotWithShape="1">
          <a:blip r:embed="rId8">
            <a:alphaModFix/>
          </a:blip>
          <a:srcRect b="0" l="0" r="0" t="0"/>
          <a:stretch/>
        </p:blipFill>
        <p:spPr>
          <a:xfrm>
            <a:off x="0" y="0"/>
            <a:ext cx="9144000" cy="457200"/>
          </a:xfrm>
          <a:prstGeom prst="rect">
            <a:avLst/>
          </a:prstGeom>
          <a:noFill/>
          <a:ln>
            <a:noFill/>
          </a:ln>
        </p:spPr>
      </p:pic>
      <p:sp>
        <p:nvSpPr>
          <p:cNvPr id="327" name="Google Shape;327;p44"/>
          <p:cNvSpPr txBox="1"/>
          <p:nvPr/>
        </p:nvSpPr>
        <p:spPr>
          <a:xfrm>
            <a:off x="167750" y="107850"/>
            <a:ext cx="1857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1400" u="none" cap="none" strike="noStrike">
                <a:solidFill>
                  <a:srgbClr val="FFFFFF"/>
                </a:solidFill>
                <a:latin typeface="Poppins"/>
                <a:ea typeface="Poppins"/>
                <a:cs typeface="Poppins"/>
                <a:sym typeface="Poppins"/>
              </a:rPr>
              <a:t>R3 Almanac Lead</a:t>
            </a:r>
            <a:endParaRPr sz="1100"/>
          </a:p>
        </p:txBody>
      </p:sp>
      <p:sp>
        <p:nvSpPr>
          <p:cNvPr id="328" name="Google Shape;328;p44"/>
          <p:cNvSpPr txBox="1"/>
          <p:nvPr/>
        </p:nvSpPr>
        <p:spPr>
          <a:xfrm>
            <a:off x="357188" y="571500"/>
            <a:ext cx="4920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2300" u="none" cap="none" strike="noStrike">
                <a:solidFill>
                  <a:srgbClr val="0F172A"/>
                </a:solidFill>
                <a:latin typeface="Poppins"/>
                <a:ea typeface="Poppins"/>
                <a:cs typeface="Poppins"/>
                <a:sym typeface="Poppins"/>
              </a:rPr>
              <a:t>W29 R3 Almanac Agent Analysis</a:t>
            </a:r>
            <a:endParaRPr sz="1100"/>
          </a:p>
        </p:txBody>
      </p:sp>
      <p:sp>
        <p:nvSpPr>
          <p:cNvPr id="329" name="Google Shape;329;p44"/>
          <p:cNvSpPr/>
          <p:nvPr/>
        </p:nvSpPr>
        <p:spPr>
          <a:xfrm>
            <a:off x="2785281" y="5122069"/>
            <a:ext cx="14400" cy="3573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44"/>
          <p:cNvSpPr/>
          <p:nvPr/>
        </p:nvSpPr>
        <p:spPr>
          <a:xfrm>
            <a:off x="4393964" y="5122069"/>
            <a:ext cx="14400" cy="3573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1" name="Google Shape;331;p44"/>
          <p:cNvSpPr txBox="1"/>
          <p:nvPr/>
        </p:nvSpPr>
        <p:spPr>
          <a:xfrm>
            <a:off x="4207669" y="1485900"/>
            <a:ext cx="4429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Sector Index Seasonality Matrix</a:t>
            </a:r>
            <a:endParaRPr sz="1100"/>
          </a:p>
        </p:txBody>
      </p:sp>
      <p:sp>
        <p:nvSpPr>
          <p:cNvPr id="332" name="Google Shape;332;p44"/>
          <p:cNvSpPr/>
          <p:nvPr/>
        </p:nvSpPr>
        <p:spPr>
          <a:xfrm>
            <a:off x="4007644" y="1721644"/>
            <a:ext cx="46293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aphicFrame>
        <p:nvGraphicFramePr>
          <p:cNvPr id="333" name="Google Shape;333;p44"/>
          <p:cNvGraphicFramePr/>
          <p:nvPr/>
        </p:nvGraphicFramePr>
        <p:xfrm>
          <a:off x="4007644" y="1843088"/>
          <a:ext cx="3000000" cy="3000000"/>
        </p:xfrm>
        <a:graphic>
          <a:graphicData uri="http://schemas.openxmlformats.org/drawingml/2006/table">
            <a:tbl>
              <a:tblPr bandRow="1" firstRow="1">
                <a:noFill/>
                <a:tableStyleId>{085E22DD-76DB-47FA-A1F5-B0A7FD1777C2}</a:tableStyleId>
              </a:tblPr>
              <a:tblGrid>
                <a:gridCol w="746625"/>
                <a:gridCol w="1033725"/>
                <a:gridCol w="643175"/>
                <a:gridCol w="1504650"/>
                <a:gridCol w="701000"/>
              </a:tblGrid>
              <a:tr h="275450">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ETF Proxy</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Project Sector</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Signal</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Window</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Avg Ret</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XLK</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Technology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Mid Mar - Mid July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+10.87%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XLU</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Utilities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Mid Mar - Oct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+9.32%</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XLF</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Financials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May - July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-6.30%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Energy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June - Aug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-5.67%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XLB</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Materials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May - Oct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-5.10%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XLI</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Industrials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May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+11.30%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XLV</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Health Care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May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+8.74%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XLP</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Staples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June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+8.47%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
        <p:nvSpPr>
          <p:cNvPr id="334" name="Google Shape;334;p44"/>
          <p:cNvSpPr txBox="1"/>
          <p:nvPr/>
        </p:nvSpPr>
        <p:spPr>
          <a:xfrm>
            <a:off x="745070" y="5072063"/>
            <a:ext cx="16215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GB" sz="800" u="none" cap="none" strike="noStrike">
                <a:solidFill>
                  <a:srgbClr val="FFFFFF"/>
                </a:solidFill>
                <a:latin typeface="Lato"/>
                <a:ea typeface="Lato"/>
                <a:cs typeface="Lato"/>
                <a:sym typeface="Lato"/>
              </a:rPr>
              <a:t>Strategic Bias</a:t>
            </a:r>
            <a:endParaRPr sz="1100"/>
          </a:p>
        </p:txBody>
      </p:sp>
      <p:sp>
        <p:nvSpPr>
          <p:cNvPr id="335" name="Google Shape;335;p44"/>
          <p:cNvSpPr txBox="1"/>
          <p:nvPr/>
        </p:nvSpPr>
        <p:spPr>
          <a:xfrm>
            <a:off x="745070" y="5229225"/>
            <a:ext cx="1621500" cy="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600" u="none" cap="none" strike="noStrike">
                <a:solidFill>
                  <a:srgbClr val="EAB308"/>
                </a:solidFill>
                <a:latin typeface="Poppins"/>
                <a:ea typeface="Poppins"/>
                <a:cs typeface="Poppins"/>
                <a:sym typeface="Poppins"/>
              </a:rPr>
              <a:t>Neutral-Bullish</a:t>
            </a:r>
            <a:endParaRPr sz="1100"/>
          </a:p>
        </p:txBody>
      </p:sp>
      <p:sp>
        <p:nvSpPr>
          <p:cNvPr id="336" name="Google Shape;336;p44"/>
          <p:cNvSpPr txBox="1"/>
          <p:nvPr/>
        </p:nvSpPr>
        <p:spPr>
          <a:xfrm>
            <a:off x="3218147" y="5072063"/>
            <a:ext cx="757500" cy="2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GB" sz="800" u="none" cap="none" strike="noStrike">
                <a:solidFill>
                  <a:srgbClr val="FFFFFF"/>
                </a:solidFill>
                <a:latin typeface="Lato"/>
                <a:ea typeface="Lato"/>
                <a:cs typeface="Lato"/>
                <a:sym typeface="Lato"/>
              </a:rPr>
              <a:t>Confidence Level</a:t>
            </a:r>
            <a:endParaRPr sz="1100"/>
          </a:p>
        </p:txBody>
      </p:sp>
      <p:sp>
        <p:nvSpPr>
          <p:cNvPr id="337" name="Google Shape;337;p44"/>
          <p:cNvSpPr txBox="1"/>
          <p:nvPr/>
        </p:nvSpPr>
        <p:spPr>
          <a:xfrm>
            <a:off x="3218147" y="5229225"/>
            <a:ext cx="757500" cy="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600" u="none" cap="none" strike="noStrike">
                <a:solidFill>
                  <a:srgbClr val="EAB308"/>
                </a:solidFill>
                <a:latin typeface="Poppins"/>
                <a:ea typeface="Poppins"/>
                <a:cs typeface="Poppins"/>
                <a:sym typeface="Poppins"/>
              </a:rPr>
              <a:t>HIGH</a:t>
            </a:r>
            <a:endParaRPr sz="1100"/>
          </a:p>
        </p:txBody>
      </p:sp>
      <p:sp>
        <p:nvSpPr>
          <p:cNvPr id="338" name="Google Shape;338;p44"/>
          <p:cNvSpPr txBox="1"/>
          <p:nvPr/>
        </p:nvSpPr>
        <p:spPr>
          <a:xfrm>
            <a:off x="4826830" y="5082108"/>
            <a:ext cx="3571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800" u="none" cap="none" strike="noStrike">
                <a:solidFill>
                  <a:srgbClr val="FFFFFF"/>
                </a:solidFill>
                <a:latin typeface="Lato"/>
                <a:ea typeface="Lato"/>
                <a:cs typeface="Lato"/>
                <a:sym typeface="Lato"/>
              </a:rPr>
              <a:t>Quantitative Rationale</a:t>
            </a:r>
            <a:endParaRPr sz="1100"/>
          </a:p>
        </p:txBody>
      </p:sp>
      <p:sp>
        <p:nvSpPr>
          <p:cNvPr id="339" name="Google Shape;339;p44"/>
          <p:cNvSpPr txBox="1"/>
          <p:nvPr/>
        </p:nvSpPr>
        <p:spPr>
          <a:xfrm>
            <a:off x="4826830" y="5239271"/>
            <a:ext cx="3571800" cy="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GB" sz="800" u="none" cap="none" strike="noStrike">
                <a:solidFill>
                  <a:srgbClr val="FFFFFF"/>
                </a:solidFill>
                <a:latin typeface="Lato"/>
                <a:ea typeface="Lato"/>
                <a:cs typeface="Lato"/>
                <a:sym typeface="Lato"/>
              </a:rPr>
              <a:t>Internal data models capture predictive trading matrix signals for target duration 2026-07-20 to 2026-07-24 under July systemic cycles.</a:t>
            </a:r>
            <a:endParaRPr sz="1100"/>
          </a:p>
        </p:txBody>
      </p:sp>
      <p:sp>
        <p:nvSpPr>
          <p:cNvPr id="340" name="Google Shape;340;p44"/>
          <p:cNvSpPr txBox="1"/>
          <p:nvPr/>
        </p:nvSpPr>
        <p:spPr>
          <a:xfrm>
            <a:off x="692944" y="1485900"/>
            <a:ext cx="2800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July Vital Statistics</a:t>
            </a:r>
            <a:endParaRPr sz="1100"/>
          </a:p>
        </p:txBody>
      </p:sp>
      <p:sp>
        <p:nvSpPr>
          <p:cNvPr id="341" name="Google Shape;341;p44"/>
          <p:cNvSpPr/>
          <p:nvPr/>
        </p:nvSpPr>
        <p:spPr>
          <a:xfrm>
            <a:off x="507206" y="1721644"/>
            <a:ext cx="29862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aphicFrame>
        <p:nvGraphicFramePr>
          <p:cNvPr id="342" name="Google Shape;342;p44"/>
          <p:cNvGraphicFramePr/>
          <p:nvPr/>
        </p:nvGraphicFramePr>
        <p:xfrm>
          <a:off x="507206" y="1878806"/>
          <a:ext cx="3000000" cy="3000000"/>
        </p:xfrm>
        <a:graphic>
          <a:graphicData uri="http://schemas.openxmlformats.org/drawingml/2006/table">
            <a:tbl>
              <a:tblPr bandRow="1" firstRow="1">
                <a:noFill/>
                <a:tableStyleId>{085E22DD-76DB-47FA-A1F5-B0A7FD1777C2}</a:tableStyleId>
              </a:tblPr>
              <a:tblGrid>
                <a:gridCol w="1178275"/>
                <a:gridCol w="428400"/>
                <a:gridCol w="642725"/>
                <a:gridCol w="736700"/>
              </a:tblGrid>
              <a:tr h="262550">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Index</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Rank</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Normal</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Midterm</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S&amp;P 500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+1.3%</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+1.3%</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NASDAQ</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+0.9%</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-0.8%</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Russell 2000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9</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-2.5%</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
        <p:nvSpPr>
          <p:cNvPr id="343" name="Google Shape;343;p44"/>
          <p:cNvSpPr txBox="1"/>
          <p:nvPr/>
        </p:nvSpPr>
        <p:spPr>
          <a:xfrm>
            <a:off x="692944" y="3371850"/>
            <a:ext cx="2800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Macro Context</a:t>
            </a:r>
            <a:endParaRPr sz="1100"/>
          </a:p>
        </p:txBody>
      </p:sp>
      <p:sp>
        <p:nvSpPr>
          <p:cNvPr id="344" name="Google Shape;344;p44"/>
          <p:cNvSpPr/>
          <p:nvPr/>
        </p:nvSpPr>
        <p:spPr>
          <a:xfrm>
            <a:off x="507206" y="3607594"/>
            <a:ext cx="29862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5" name="Google Shape;345;p44"/>
          <p:cNvSpPr txBox="1"/>
          <p:nvPr/>
        </p:nvSpPr>
        <p:spPr>
          <a:xfrm>
            <a:off x="507206" y="3729038"/>
            <a:ext cx="29862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u="none" cap="none" strike="noStrike">
                <a:solidFill>
                  <a:schemeClr val="dk1"/>
                </a:solidFill>
                <a:latin typeface="Lato"/>
                <a:ea typeface="Lato"/>
                <a:cs typeface="Lato"/>
                <a:sym typeface="Lato"/>
              </a:rPr>
              <a:t>Cycle Phase:</a:t>
            </a:r>
            <a:r>
              <a:rPr b="0" i="0" lang="en-GB" sz="900" u="none" cap="none" strike="noStrike">
                <a:solidFill>
                  <a:schemeClr val="dk1"/>
                </a:solidFill>
                <a:latin typeface="Lato"/>
                <a:ea typeface="Lato"/>
                <a:cs typeface="Lato"/>
                <a:sym typeface="Lato"/>
              </a:rPr>
              <a:t> Midterm Election Year</a:t>
            </a:r>
            <a:endParaRPr sz="1100">
              <a:solidFill>
                <a:schemeClr val="dk1"/>
              </a:solidFill>
            </a:endParaRPr>
          </a:p>
        </p:txBody>
      </p:sp>
      <p:sp>
        <p:nvSpPr>
          <p:cNvPr id="346" name="Google Shape;346;p44"/>
          <p:cNvSpPr txBox="1"/>
          <p:nvPr/>
        </p:nvSpPr>
        <p:spPr>
          <a:xfrm>
            <a:off x="507206" y="3936206"/>
            <a:ext cx="29862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u="none" cap="none" strike="noStrike">
                <a:solidFill>
                  <a:schemeClr val="dk1"/>
                </a:solidFill>
                <a:latin typeface="Lato"/>
                <a:ea typeface="Lato"/>
                <a:cs typeface="Lato"/>
                <a:sym typeface="Lato"/>
              </a:rPr>
              <a:t>Pattern:</a:t>
            </a:r>
            <a:r>
              <a:rPr b="0" i="0" lang="en-GB" sz="900" u="none" cap="none" strike="noStrike">
                <a:solidFill>
                  <a:schemeClr val="dk1"/>
                </a:solidFill>
                <a:latin typeface="Lato"/>
                <a:ea typeface="Lato"/>
                <a:cs typeface="Lato"/>
                <a:sym typeface="Lato"/>
              </a:rPr>
              <a:t> Dynamic Weekly Boundary Matrix (W29)</a:t>
            </a:r>
            <a:endParaRPr sz="1100">
              <a:solidFill>
                <a:schemeClr val="dk1"/>
              </a:solidFill>
            </a:endParaRPr>
          </a:p>
        </p:txBody>
      </p:sp>
      <p:sp>
        <p:nvSpPr>
          <p:cNvPr id="347" name="Google Shape;347;p44"/>
          <p:cNvSpPr/>
          <p:nvPr/>
        </p:nvSpPr>
        <p:spPr>
          <a:xfrm>
            <a:off x="507206" y="4179094"/>
            <a:ext cx="2986200" cy="385800"/>
          </a:xfrm>
          <a:prstGeom prst="rect">
            <a:avLst/>
          </a:prstGeom>
          <a:solidFill>
            <a:srgbClr val="FFFBE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8" name="Google Shape;348;p44"/>
          <p:cNvSpPr txBox="1"/>
          <p:nvPr/>
        </p:nvSpPr>
        <p:spPr>
          <a:xfrm>
            <a:off x="578644" y="4250531"/>
            <a:ext cx="284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800" u="none" cap="none" strike="noStrike">
                <a:solidFill>
                  <a:srgbClr val="000000"/>
                </a:solidFill>
                <a:latin typeface="Lato"/>
                <a:ea typeface="Lato"/>
                <a:cs typeface="Lato"/>
                <a:sym typeface="Lato"/>
              </a:rPr>
              <a:t>"Automated structural seasonal pattern mapped successfully for forecast framework."</a:t>
            </a:r>
            <a:endParaRPr sz="1100"/>
          </a:p>
        </p:txBody>
      </p:sp>
      <p:sp>
        <p:nvSpPr>
          <p:cNvPr id="349" name="Google Shape;349;p44"/>
          <p:cNvSpPr/>
          <p:nvPr/>
        </p:nvSpPr>
        <p:spPr>
          <a:xfrm>
            <a:off x="507206" y="4179094"/>
            <a:ext cx="28500" cy="385800"/>
          </a:xfrm>
          <a:prstGeom prst="rect">
            <a:avLst/>
          </a:prstGeom>
          <a:solidFill>
            <a:srgbClr val="FBBF2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350" name="Google Shape;350;p44"/>
          <p:cNvPicPr preferRelativeResize="0"/>
          <p:nvPr/>
        </p:nvPicPr>
        <p:blipFill rotWithShape="1">
          <a:blip r:embed="rId9">
            <a:alphaModFix/>
          </a:blip>
          <a:srcRect b="0" l="0" r="0" t="0"/>
          <a:stretch/>
        </p:blipFill>
        <p:spPr>
          <a:xfrm>
            <a:off x="4007644" y="1518047"/>
            <a:ext cx="128588" cy="114300"/>
          </a:xfrm>
          <a:prstGeom prst="rect">
            <a:avLst/>
          </a:prstGeom>
          <a:noFill/>
          <a:ln>
            <a:noFill/>
          </a:ln>
        </p:spPr>
      </p:pic>
      <p:pic>
        <p:nvPicPr>
          <p:cNvPr descr="image.png" id="351" name="Google Shape;351;p44"/>
          <p:cNvPicPr preferRelativeResize="0"/>
          <p:nvPr/>
        </p:nvPicPr>
        <p:blipFill rotWithShape="1">
          <a:blip r:embed="rId10">
            <a:alphaModFix/>
          </a:blip>
          <a:srcRect b="0" l="0" r="0" t="0"/>
          <a:stretch/>
        </p:blipFill>
        <p:spPr>
          <a:xfrm>
            <a:off x="507206" y="1518047"/>
            <a:ext cx="114300" cy="114300"/>
          </a:xfrm>
          <a:prstGeom prst="rect">
            <a:avLst/>
          </a:prstGeom>
          <a:noFill/>
          <a:ln>
            <a:noFill/>
          </a:ln>
        </p:spPr>
      </p:pic>
      <p:pic>
        <p:nvPicPr>
          <p:cNvPr descr="image.png" id="352" name="Google Shape;352;p44"/>
          <p:cNvPicPr preferRelativeResize="0"/>
          <p:nvPr/>
        </p:nvPicPr>
        <p:blipFill rotWithShape="1">
          <a:blip r:embed="rId11">
            <a:alphaModFix/>
          </a:blip>
          <a:srcRect b="0" l="0" r="0" t="0"/>
          <a:stretch/>
        </p:blipFill>
        <p:spPr>
          <a:xfrm>
            <a:off x="507206" y="3403996"/>
            <a:ext cx="114300" cy="114300"/>
          </a:xfrm>
          <a:prstGeom prst="rect">
            <a:avLst/>
          </a:prstGeom>
          <a:noFill/>
          <a:ln>
            <a:noFill/>
          </a:ln>
        </p:spPr>
      </p:pic>
      <p:sp>
        <p:nvSpPr>
          <p:cNvPr id="353" name="Google Shape;353;p44"/>
          <p:cNvSpPr/>
          <p:nvPr/>
        </p:nvSpPr>
        <p:spPr>
          <a:xfrm>
            <a:off x="4007644" y="23110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4" name="Google Shape;354;p44"/>
          <p:cNvSpPr/>
          <p:nvPr/>
        </p:nvSpPr>
        <p:spPr>
          <a:xfrm>
            <a:off x="4754277" y="23110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5" name="Google Shape;355;p44"/>
          <p:cNvSpPr/>
          <p:nvPr/>
        </p:nvSpPr>
        <p:spPr>
          <a:xfrm>
            <a:off x="5788000" y="23110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6" name="Google Shape;356;p44"/>
          <p:cNvSpPr/>
          <p:nvPr/>
        </p:nvSpPr>
        <p:spPr>
          <a:xfrm>
            <a:off x="6431161" y="23110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7" name="Google Shape;357;p44"/>
          <p:cNvSpPr/>
          <p:nvPr/>
        </p:nvSpPr>
        <p:spPr>
          <a:xfrm>
            <a:off x="7935813" y="23110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8" name="Google Shape;358;p44"/>
          <p:cNvSpPr/>
          <p:nvPr/>
        </p:nvSpPr>
        <p:spPr>
          <a:xfrm>
            <a:off x="4007644" y="25967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9" name="Google Shape;359;p44"/>
          <p:cNvSpPr/>
          <p:nvPr/>
        </p:nvSpPr>
        <p:spPr>
          <a:xfrm>
            <a:off x="4754277" y="25967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0" name="Google Shape;360;p44"/>
          <p:cNvSpPr/>
          <p:nvPr/>
        </p:nvSpPr>
        <p:spPr>
          <a:xfrm>
            <a:off x="5788000" y="25967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1" name="Google Shape;361;p44"/>
          <p:cNvSpPr/>
          <p:nvPr/>
        </p:nvSpPr>
        <p:spPr>
          <a:xfrm>
            <a:off x="6431161" y="25967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2" name="Google Shape;362;p44"/>
          <p:cNvSpPr/>
          <p:nvPr/>
        </p:nvSpPr>
        <p:spPr>
          <a:xfrm>
            <a:off x="7935813" y="25967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3" name="Google Shape;363;p44"/>
          <p:cNvSpPr/>
          <p:nvPr/>
        </p:nvSpPr>
        <p:spPr>
          <a:xfrm>
            <a:off x="4007644" y="28825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4" name="Google Shape;364;p44"/>
          <p:cNvSpPr/>
          <p:nvPr/>
        </p:nvSpPr>
        <p:spPr>
          <a:xfrm>
            <a:off x="4754277" y="28825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5" name="Google Shape;365;p44"/>
          <p:cNvSpPr/>
          <p:nvPr/>
        </p:nvSpPr>
        <p:spPr>
          <a:xfrm>
            <a:off x="5788000" y="28825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6" name="Google Shape;366;p44"/>
          <p:cNvSpPr/>
          <p:nvPr/>
        </p:nvSpPr>
        <p:spPr>
          <a:xfrm>
            <a:off x="6431161" y="28825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44"/>
          <p:cNvSpPr/>
          <p:nvPr/>
        </p:nvSpPr>
        <p:spPr>
          <a:xfrm>
            <a:off x="7935813" y="28825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8" name="Google Shape;368;p44"/>
          <p:cNvSpPr/>
          <p:nvPr/>
        </p:nvSpPr>
        <p:spPr>
          <a:xfrm>
            <a:off x="4007644" y="31682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9" name="Google Shape;369;p44"/>
          <p:cNvSpPr/>
          <p:nvPr/>
        </p:nvSpPr>
        <p:spPr>
          <a:xfrm>
            <a:off x="4754277" y="31682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0" name="Google Shape;370;p44"/>
          <p:cNvSpPr/>
          <p:nvPr/>
        </p:nvSpPr>
        <p:spPr>
          <a:xfrm>
            <a:off x="5788000" y="31682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1" name="Google Shape;371;p44"/>
          <p:cNvSpPr/>
          <p:nvPr/>
        </p:nvSpPr>
        <p:spPr>
          <a:xfrm>
            <a:off x="6431161" y="31682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2" name="Google Shape;372;p44"/>
          <p:cNvSpPr/>
          <p:nvPr/>
        </p:nvSpPr>
        <p:spPr>
          <a:xfrm>
            <a:off x="7935813" y="31682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3" name="Google Shape;373;p44"/>
          <p:cNvSpPr/>
          <p:nvPr/>
        </p:nvSpPr>
        <p:spPr>
          <a:xfrm>
            <a:off x="4007644" y="34540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4" name="Google Shape;374;p44"/>
          <p:cNvSpPr/>
          <p:nvPr/>
        </p:nvSpPr>
        <p:spPr>
          <a:xfrm>
            <a:off x="4754277" y="34540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44"/>
          <p:cNvSpPr/>
          <p:nvPr/>
        </p:nvSpPr>
        <p:spPr>
          <a:xfrm>
            <a:off x="5788000" y="34540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44"/>
          <p:cNvSpPr/>
          <p:nvPr/>
        </p:nvSpPr>
        <p:spPr>
          <a:xfrm>
            <a:off x="6431161" y="34540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44"/>
          <p:cNvSpPr/>
          <p:nvPr/>
        </p:nvSpPr>
        <p:spPr>
          <a:xfrm>
            <a:off x="7935813" y="34540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8" name="Google Shape;378;p44"/>
          <p:cNvSpPr/>
          <p:nvPr/>
        </p:nvSpPr>
        <p:spPr>
          <a:xfrm>
            <a:off x="4007644" y="37397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44"/>
          <p:cNvSpPr/>
          <p:nvPr/>
        </p:nvSpPr>
        <p:spPr>
          <a:xfrm>
            <a:off x="4754277" y="37397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0" name="Google Shape;380;p44"/>
          <p:cNvSpPr/>
          <p:nvPr/>
        </p:nvSpPr>
        <p:spPr>
          <a:xfrm>
            <a:off x="5788000" y="37397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1" name="Google Shape;381;p44"/>
          <p:cNvSpPr/>
          <p:nvPr/>
        </p:nvSpPr>
        <p:spPr>
          <a:xfrm>
            <a:off x="6431161" y="37397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2" name="Google Shape;382;p44"/>
          <p:cNvSpPr/>
          <p:nvPr/>
        </p:nvSpPr>
        <p:spPr>
          <a:xfrm>
            <a:off x="7935813" y="37397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3" name="Google Shape;383;p44"/>
          <p:cNvSpPr/>
          <p:nvPr/>
        </p:nvSpPr>
        <p:spPr>
          <a:xfrm>
            <a:off x="4007644" y="40255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4" name="Google Shape;384;p44"/>
          <p:cNvSpPr/>
          <p:nvPr/>
        </p:nvSpPr>
        <p:spPr>
          <a:xfrm>
            <a:off x="4754277" y="40255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5" name="Google Shape;385;p44"/>
          <p:cNvSpPr/>
          <p:nvPr/>
        </p:nvSpPr>
        <p:spPr>
          <a:xfrm>
            <a:off x="5788000" y="40255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6" name="Google Shape;386;p44"/>
          <p:cNvSpPr/>
          <p:nvPr/>
        </p:nvSpPr>
        <p:spPr>
          <a:xfrm>
            <a:off x="6431161" y="40255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7" name="Google Shape;387;p44"/>
          <p:cNvSpPr/>
          <p:nvPr/>
        </p:nvSpPr>
        <p:spPr>
          <a:xfrm>
            <a:off x="7935813" y="40255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8" name="Google Shape;388;p44"/>
          <p:cNvSpPr/>
          <p:nvPr/>
        </p:nvSpPr>
        <p:spPr>
          <a:xfrm>
            <a:off x="4007644" y="43112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9" name="Google Shape;389;p44"/>
          <p:cNvSpPr/>
          <p:nvPr/>
        </p:nvSpPr>
        <p:spPr>
          <a:xfrm>
            <a:off x="4754277" y="43112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0" name="Google Shape;390;p44"/>
          <p:cNvSpPr/>
          <p:nvPr/>
        </p:nvSpPr>
        <p:spPr>
          <a:xfrm>
            <a:off x="5788000" y="43112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1" name="Google Shape;391;p44"/>
          <p:cNvSpPr/>
          <p:nvPr/>
        </p:nvSpPr>
        <p:spPr>
          <a:xfrm>
            <a:off x="6431161" y="43112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2" name="Google Shape;392;p44"/>
          <p:cNvSpPr/>
          <p:nvPr/>
        </p:nvSpPr>
        <p:spPr>
          <a:xfrm>
            <a:off x="7935813" y="43112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3" name="Google Shape;393;p44"/>
          <p:cNvSpPr/>
          <p:nvPr/>
        </p:nvSpPr>
        <p:spPr>
          <a:xfrm>
            <a:off x="507206" y="234672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4" name="Google Shape;394;p44"/>
          <p:cNvSpPr/>
          <p:nvPr/>
        </p:nvSpPr>
        <p:spPr>
          <a:xfrm>
            <a:off x="1685478" y="234672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5" name="Google Shape;395;p44"/>
          <p:cNvSpPr/>
          <p:nvPr/>
        </p:nvSpPr>
        <p:spPr>
          <a:xfrm>
            <a:off x="2113880" y="234672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6" name="Google Shape;396;p44"/>
          <p:cNvSpPr/>
          <p:nvPr/>
        </p:nvSpPr>
        <p:spPr>
          <a:xfrm>
            <a:off x="2756594" y="234672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7" name="Google Shape;397;p44"/>
          <p:cNvSpPr/>
          <p:nvPr/>
        </p:nvSpPr>
        <p:spPr>
          <a:xfrm>
            <a:off x="507206" y="263247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8" name="Google Shape;398;p44"/>
          <p:cNvSpPr/>
          <p:nvPr/>
        </p:nvSpPr>
        <p:spPr>
          <a:xfrm>
            <a:off x="1685478" y="263247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9" name="Google Shape;399;p44"/>
          <p:cNvSpPr/>
          <p:nvPr/>
        </p:nvSpPr>
        <p:spPr>
          <a:xfrm>
            <a:off x="2113880" y="263247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0" name="Google Shape;400;p44"/>
          <p:cNvSpPr/>
          <p:nvPr/>
        </p:nvSpPr>
        <p:spPr>
          <a:xfrm>
            <a:off x="2756594" y="263247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1" name="Google Shape;401;p44"/>
          <p:cNvSpPr/>
          <p:nvPr/>
        </p:nvSpPr>
        <p:spPr>
          <a:xfrm>
            <a:off x="507206" y="291822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2" name="Google Shape;402;p44"/>
          <p:cNvSpPr/>
          <p:nvPr/>
        </p:nvSpPr>
        <p:spPr>
          <a:xfrm>
            <a:off x="1685478" y="291822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3" name="Google Shape;403;p44"/>
          <p:cNvSpPr/>
          <p:nvPr/>
        </p:nvSpPr>
        <p:spPr>
          <a:xfrm>
            <a:off x="2113880" y="291822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4" name="Google Shape;404;p44"/>
          <p:cNvSpPr/>
          <p:nvPr/>
        </p:nvSpPr>
        <p:spPr>
          <a:xfrm>
            <a:off x="2756594" y="291822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grpSp>
        <p:nvGrpSpPr>
          <p:cNvPr id="409" name="Google Shape;409;p45"/>
          <p:cNvGrpSpPr/>
          <p:nvPr/>
        </p:nvGrpSpPr>
        <p:grpSpPr>
          <a:xfrm>
            <a:off x="0" y="0"/>
            <a:ext cx="9144000" cy="647700"/>
            <a:chOff x="0" y="0"/>
            <a:chExt cx="9144000" cy="647700"/>
          </a:xfrm>
        </p:grpSpPr>
        <p:sp>
          <p:nvSpPr>
            <p:cNvPr id="410" name="Google Shape;410;p45"/>
            <p:cNvSpPr/>
            <p:nvPr/>
          </p:nvSpPr>
          <p:spPr>
            <a:xfrm>
              <a:off x="0" y="0"/>
              <a:ext cx="9144000" cy="6096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45"/>
            <p:cNvSpPr/>
            <p:nvPr/>
          </p:nvSpPr>
          <p:spPr>
            <a:xfrm>
              <a:off x="0" y="60960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45"/>
            <p:cNvSpPr txBox="1"/>
            <p:nvPr/>
          </p:nvSpPr>
          <p:spPr>
            <a:xfrm>
              <a:off x="381000" y="142875"/>
              <a:ext cx="28575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500">
                  <a:solidFill>
                    <a:srgbClr val="FFFFFF"/>
                  </a:solidFill>
                </a:rPr>
                <a:t>R4 Macro Lead</a:t>
              </a:r>
              <a:endParaRPr b="1" sz="1500">
                <a:solidFill>
                  <a:srgbClr val="FFFFFF"/>
                </a:solidFill>
              </a:endParaRPr>
            </a:p>
          </p:txBody>
        </p:sp>
      </p:grpSp>
      <p:pic>
        <p:nvPicPr>
          <p:cNvPr id="413" name="Google Shape;413;p45" title="R4.png"/>
          <p:cNvPicPr preferRelativeResize="0"/>
          <p:nvPr/>
        </p:nvPicPr>
        <p:blipFill>
          <a:blip r:embed="rId4">
            <a:alphaModFix/>
          </a:blip>
          <a:stretch>
            <a:fillRect/>
          </a:stretch>
        </p:blipFill>
        <p:spPr>
          <a:xfrm>
            <a:off x="0" y="0"/>
            <a:ext cx="9144001" cy="51462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17" name="Shape 417"/>
        <p:cNvGrpSpPr/>
        <p:nvPr/>
      </p:nvGrpSpPr>
      <p:grpSpPr>
        <a:xfrm>
          <a:off x="0" y="0"/>
          <a:ext cx="0" cy="0"/>
          <a:chOff x="0" y="0"/>
          <a:chExt cx="0" cy="0"/>
        </a:xfrm>
      </p:grpSpPr>
      <p:sp>
        <p:nvSpPr>
          <p:cNvPr id="418" name="Google Shape;418;p4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46"/>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4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21" name="Google Shape;421;p46"/>
          <p:cNvSpPr txBox="1"/>
          <p:nvPr/>
        </p:nvSpPr>
        <p:spPr>
          <a:xfrm>
            <a:off x="320350" y="805500"/>
            <a:ext cx="2901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900">
                <a:solidFill>
                  <a:srgbClr val="1F2328"/>
                </a:solidFill>
                <a:highlight>
                  <a:srgbClr val="FFFFFF"/>
                </a:highlight>
              </a:rPr>
              <a:t>chart_IWM_W29</a:t>
            </a:r>
            <a:r>
              <a:rPr b="1" lang="en-GB" sz="1800">
                <a:solidFill>
                  <a:schemeClr val="dk1"/>
                </a:solidFill>
              </a:rPr>
              <a:t> </a:t>
            </a:r>
            <a:endParaRPr b="1" sz="2100"/>
          </a:p>
        </p:txBody>
      </p:sp>
      <p:sp>
        <p:nvSpPr>
          <p:cNvPr id="422" name="Google Shape;422;p46"/>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3" name="Google Shape;423;p46"/>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4" name="Google Shape;424;p46"/>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25" name="Google Shape;425;p46"/>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294.04 Resistance: 297.91 </a:t>
            </a:r>
            <a:endParaRPr sz="1000">
              <a:solidFill>
                <a:srgbClr val="56657D"/>
              </a:solidFill>
            </a:endParaRPr>
          </a:p>
          <a:p>
            <a:pPr indent="0" lvl="0" marL="0" marR="0" rtl="0" algn="l">
              <a:spcBef>
                <a:spcPts val="0"/>
              </a:spcBef>
              <a:spcAft>
                <a:spcPts val="0"/>
              </a:spcAft>
              <a:buNone/>
            </a:pPr>
            <a:r>
              <a:rPr lang="en-GB" sz="1000">
                <a:solidFill>
                  <a:srgbClr val="56657D"/>
                </a:solidFill>
              </a:rPr>
              <a:t>Support: 290.68</a:t>
            </a:r>
            <a:endParaRPr sz="1000">
              <a:solidFill>
                <a:srgbClr val="56657D"/>
              </a:solidFill>
            </a:endParaRPr>
          </a:p>
          <a:p>
            <a:pPr indent="0" lvl="0" marL="0" marR="0" rtl="0" algn="l">
              <a:spcBef>
                <a:spcPts val="0"/>
              </a:spcBef>
              <a:spcAft>
                <a:spcPts val="0"/>
              </a:spcAft>
              <a:buNone/>
            </a:pPr>
            <a:r>
              <a:rPr lang="en-GB" sz="1000">
                <a:solidFill>
                  <a:srgbClr val="56657D"/>
                </a:solidFill>
              </a:rPr>
              <a:t> 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290.68 </a:t>
            </a:r>
            <a:endParaRPr sz="1000">
              <a:solidFill>
                <a:srgbClr val="56657D"/>
              </a:solidFill>
            </a:endParaRPr>
          </a:p>
          <a:p>
            <a:pPr indent="0" lvl="0" marL="0" marR="0" rtl="0" algn="l">
              <a:spcBef>
                <a:spcPts val="0"/>
              </a:spcBef>
              <a:spcAft>
                <a:spcPts val="0"/>
              </a:spcAft>
              <a:buNone/>
            </a:pPr>
            <a:r>
              <a:rPr lang="en-GB" sz="1000">
                <a:solidFill>
                  <a:srgbClr val="56657D"/>
                </a:solidFill>
              </a:rPr>
              <a:t>Bias: Slightly Bearish </a:t>
            </a:r>
            <a:endParaRPr/>
          </a:p>
        </p:txBody>
      </p:sp>
      <p:pic>
        <p:nvPicPr>
          <p:cNvPr id="426" name="Google Shape;426;p46"/>
          <p:cNvPicPr preferRelativeResize="0"/>
          <p:nvPr/>
        </p:nvPicPr>
        <p:blipFill>
          <a:blip r:embed="rId3">
            <a:alphaModFix/>
          </a:blip>
          <a:stretch>
            <a:fillRect/>
          </a:stretch>
        </p:blipFill>
        <p:spPr>
          <a:xfrm>
            <a:off x="152400" y="1434900"/>
            <a:ext cx="4727192" cy="3556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30" name="Shape 430"/>
        <p:cNvGrpSpPr/>
        <p:nvPr/>
      </p:nvGrpSpPr>
      <p:grpSpPr>
        <a:xfrm>
          <a:off x="0" y="0"/>
          <a:ext cx="0" cy="0"/>
          <a:chOff x="0" y="0"/>
          <a:chExt cx="0" cy="0"/>
        </a:xfrm>
      </p:grpSpPr>
      <p:sp>
        <p:nvSpPr>
          <p:cNvPr id="431" name="Google Shape;431;p4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47"/>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4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34" name="Google Shape;434;p47"/>
          <p:cNvSpPr txBox="1"/>
          <p:nvPr/>
        </p:nvSpPr>
        <p:spPr>
          <a:xfrm>
            <a:off x="320350" y="805500"/>
            <a:ext cx="29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1F2328"/>
                </a:solidFill>
                <a:highlight>
                  <a:srgbClr val="FFFFFF"/>
                </a:highlight>
              </a:rPr>
              <a:t>chart_NDX_W29</a:t>
            </a:r>
            <a:r>
              <a:rPr b="1" lang="en-GB" sz="1700">
                <a:solidFill>
                  <a:schemeClr val="dk1"/>
                </a:solidFill>
              </a:rPr>
              <a:t> </a:t>
            </a:r>
            <a:endParaRPr b="1" sz="2700"/>
          </a:p>
        </p:txBody>
      </p:sp>
      <p:sp>
        <p:nvSpPr>
          <p:cNvPr id="435" name="Google Shape;435;p47"/>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6" name="Google Shape;436;p47"/>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7" name="Google Shape;437;p47"/>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38" name="Google Shape;438;p47"/>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28,592.66 Resistance: 29,678.89 Support: 28,567.16 </a:t>
            </a:r>
            <a:endParaRPr sz="1000">
              <a:solidFill>
                <a:srgbClr val="56657D"/>
              </a:solidFill>
            </a:endParaRPr>
          </a:p>
          <a:p>
            <a:pPr indent="0" lvl="0" marL="0" marR="0" rtl="0" algn="l">
              <a:spcBef>
                <a:spcPts val="0"/>
              </a:spcBef>
              <a:spcAft>
                <a:spcPts val="0"/>
              </a:spcAft>
              <a:buNone/>
            </a:pPr>
            <a:r>
              <a:rPr lang="en-GB" sz="1000">
                <a:solidFill>
                  <a:srgbClr val="56657D"/>
                </a:solidFill>
              </a:rPr>
              <a:t>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28,567.16</a:t>
            </a:r>
            <a:endParaRPr sz="1000">
              <a:solidFill>
                <a:srgbClr val="56657D"/>
              </a:solidFill>
            </a:endParaRPr>
          </a:p>
          <a:p>
            <a:pPr indent="0" lvl="0" marL="0" marR="0" rtl="0" algn="l">
              <a:spcBef>
                <a:spcPts val="0"/>
              </a:spcBef>
              <a:spcAft>
                <a:spcPts val="0"/>
              </a:spcAft>
              <a:buNone/>
            </a:pPr>
            <a:r>
              <a:rPr lang="en-GB" sz="1000">
                <a:solidFill>
                  <a:srgbClr val="56657D"/>
                </a:solidFill>
              </a:rPr>
              <a:t> Bias: Bearish </a:t>
            </a:r>
            <a:endParaRPr/>
          </a:p>
        </p:txBody>
      </p:sp>
      <p:pic>
        <p:nvPicPr>
          <p:cNvPr id="439" name="Google Shape;439;p47"/>
          <p:cNvPicPr preferRelativeResize="0"/>
          <p:nvPr/>
        </p:nvPicPr>
        <p:blipFill>
          <a:blip r:embed="rId3">
            <a:alphaModFix/>
          </a:blip>
          <a:stretch>
            <a:fillRect/>
          </a:stretch>
        </p:blipFill>
        <p:spPr>
          <a:xfrm>
            <a:off x="152400" y="1419600"/>
            <a:ext cx="4893545" cy="3571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43" name="Shape 443"/>
        <p:cNvGrpSpPr/>
        <p:nvPr/>
      </p:nvGrpSpPr>
      <p:grpSpPr>
        <a:xfrm>
          <a:off x="0" y="0"/>
          <a:ext cx="0" cy="0"/>
          <a:chOff x="0" y="0"/>
          <a:chExt cx="0" cy="0"/>
        </a:xfrm>
      </p:grpSpPr>
      <p:sp>
        <p:nvSpPr>
          <p:cNvPr id="444" name="Google Shape;444;p4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48"/>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4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47" name="Google Shape;447;p48"/>
          <p:cNvSpPr txBox="1"/>
          <p:nvPr/>
        </p:nvSpPr>
        <p:spPr>
          <a:xfrm>
            <a:off x="320350" y="805500"/>
            <a:ext cx="29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rgbClr val="1F2328"/>
                </a:solidFill>
                <a:highlight>
                  <a:srgbClr val="FFFFFF"/>
                </a:highlight>
              </a:rPr>
              <a:t>chart_SPX_W29</a:t>
            </a:r>
            <a:r>
              <a:rPr lang="en-GB" sz="1100">
                <a:solidFill>
                  <a:schemeClr val="dk1"/>
                </a:solidFill>
              </a:rPr>
              <a:t> </a:t>
            </a:r>
            <a:r>
              <a:rPr b="1" lang="en-GB" sz="1800">
                <a:solidFill>
                  <a:schemeClr val="dk1"/>
                </a:solidFill>
              </a:rPr>
              <a:t> </a:t>
            </a:r>
            <a:endParaRPr b="1" sz="2100"/>
          </a:p>
        </p:txBody>
      </p:sp>
      <p:sp>
        <p:nvSpPr>
          <p:cNvPr id="448" name="Google Shape;448;p48"/>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49" name="Google Shape;449;p48"/>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50" name="Google Shape;450;p48"/>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51" name="Google Shape;451;p48"/>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7,457.69 Resistance: 7,517.12 Support: 7,421.82 </a:t>
            </a:r>
            <a:endParaRPr sz="1000">
              <a:solidFill>
                <a:srgbClr val="56657D"/>
              </a:solidFill>
            </a:endParaRPr>
          </a:p>
          <a:p>
            <a:pPr indent="0" lvl="0" marL="0" marR="0" rtl="0" algn="l">
              <a:spcBef>
                <a:spcPts val="0"/>
              </a:spcBef>
              <a:spcAft>
                <a:spcPts val="0"/>
              </a:spcAft>
              <a:buNone/>
            </a:pPr>
            <a:r>
              <a:rPr lang="en-GB" sz="1000">
                <a:solidFill>
                  <a:srgbClr val="56657D"/>
                </a:solidFill>
              </a:rPr>
              <a:t>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7,421.82 </a:t>
            </a:r>
            <a:endParaRPr sz="1000">
              <a:solidFill>
                <a:srgbClr val="56657D"/>
              </a:solidFill>
            </a:endParaRPr>
          </a:p>
          <a:p>
            <a:pPr indent="0" lvl="0" marL="0" marR="0" rtl="0" algn="l">
              <a:spcBef>
                <a:spcPts val="0"/>
              </a:spcBef>
              <a:spcAft>
                <a:spcPts val="0"/>
              </a:spcAft>
              <a:buNone/>
            </a:pPr>
            <a:r>
              <a:rPr lang="en-GB" sz="1000">
                <a:solidFill>
                  <a:srgbClr val="56657D"/>
                </a:solidFill>
              </a:rPr>
              <a:t>Bias: Slightly Bearish </a:t>
            </a:r>
            <a:endParaRPr/>
          </a:p>
        </p:txBody>
      </p:sp>
      <p:pic>
        <p:nvPicPr>
          <p:cNvPr id="452" name="Google Shape;452;p48"/>
          <p:cNvPicPr preferRelativeResize="0"/>
          <p:nvPr/>
        </p:nvPicPr>
        <p:blipFill>
          <a:blip r:embed="rId3">
            <a:alphaModFix/>
          </a:blip>
          <a:stretch>
            <a:fillRect/>
          </a:stretch>
        </p:blipFill>
        <p:spPr>
          <a:xfrm>
            <a:off x="152400" y="1419600"/>
            <a:ext cx="4893545" cy="3571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56" name="Shape 456"/>
        <p:cNvGrpSpPr/>
        <p:nvPr/>
      </p:nvGrpSpPr>
      <p:grpSpPr>
        <a:xfrm>
          <a:off x="0" y="0"/>
          <a:ext cx="0" cy="0"/>
          <a:chOff x="0" y="0"/>
          <a:chExt cx="0" cy="0"/>
        </a:xfrm>
      </p:grpSpPr>
      <p:sp>
        <p:nvSpPr>
          <p:cNvPr id="457" name="Google Shape;457;p4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49"/>
          <p:cNvSpPr/>
          <p:nvPr/>
        </p:nvSpPr>
        <p:spPr>
          <a:xfrm>
            <a:off x="0" y="640080"/>
            <a:ext cx="9144000" cy="36600"/>
          </a:xfrm>
          <a:prstGeom prst="rect">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49"/>
          <p:cNvSpPr txBox="1"/>
          <p:nvPr/>
        </p:nvSpPr>
        <p:spPr>
          <a:xfrm>
            <a:off x="141173" y="167691"/>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8</a:t>
            </a:r>
            <a:r>
              <a:rPr b="1" lang="en-GB" sz="1500">
                <a:solidFill>
                  <a:srgbClr val="FFFFFF"/>
                </a:solidFill>
                <a:latin typeface="Arial"/>
                <a:ea typeface="Arial"/>
                <a:cs typeface="Arial"/>
                <a:sym typeface="Arial"/>
              </a:rPr>
              <a:t> LLM Operator</a:t>
            </a:r>
            <a:endParaRPr/>
          </a:p>
        </p:txBody>
      </p:sp>
      <p:pic>
        <p:nvPicPr>
          <p:cNvPr id="460" name="Google Shape;460;p49"/>
          <p:cNvPicPr preferRelativeResize="0"/>
          <p:nvPr/>
        </p:nvPicPr>
        <p:blipFill>
          <a:blip r:embed="rId3">
            <a:alphaModFix/>
          </a:blip>
          <a:stretch>
            <a:fillRect/>
          </a:stretch>
        </p:blipFill>
        <p:spPr>
          <a:xfrm>
            <a:off x="152400" y="829076"/>
            <a:ext cx="8839199" cy="2299288"/>
          </a:xfrm>
          <a:prstGeom prst="rect">
            <a:avLst/>
          </a:prstGeom>
          <a:noFill/>
          <a:ln>
            <a:noFill/>
          </a:ln>
        </p:spPr>
      </p:pic>
      <p:pic>
        <p:nvPicPr>
          <p:cNvPr id="461" name="Google Shape;461;p49"/>
          <p:cNvPicPr preferRelativeResize="0"/>
          <p:nvPr/>
        </p:nvPicPr>
        <p:blipFill>
          <a:blip r:embed="rId4">
            <a:alphaModFix/>
          </a:blip>
          <a:stretch>
            <a:fillRect/>
          </a:stretch>
        </p:blipFill>
        <p:spPr>
          <a:xfrm>
            <a:off x="2592525" y="3169125"/>
            <a:ext cx="3816601" cy="1974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65" name="Shape 465"/>
        <p:cNvGrpSpPr/>
        <p:nvPr/>
      </p:nvGrpSpPr>
      <p:grpSpPr>
        <a:xfrm>
          <a:off x="0" y="0"/>
          <a:ext cx="0" cy="0"/>
          <a:chOff x="0" y="0"/>
          <a:chExt cx="0" cy="0"/>
        </a:xfrm>
      </p:grpSpPr>
      <p:sp>
        <p:nvSpPr>
          <p:cNvPr id="466" name="Google Shape;466;p5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50"/>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8" name="Google Shape;468;p5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Calibri"/>
                <a:ea typeface="Calibri"/>
                <a:cs typeface="Calibri"/>
                <a:sym typeface="Calibri"/>
              </a:rPr>
              <a:t>Human Score Dashboard</a:t>
            </a:r>
            <a:endParaRPr b="0" i="0" sz="1400" u="none" cap="none" strike="noStrike">
              <a:solidFill>
                <a:srgbClr val="000000"/>
              </a:solidFill>
              <a:latin typeface="Arial"/>
              <a:ea typeface="Arial"/>
              <a:cs typeface="Arial"/>
              <a:sym typeface="Arial"/>
            </a:endParaRPr>
          </a:p>
        </p:txBody>
      </p:sp>
      <p:sp>
        <p:nvSpPr>
          <p:cNvPr id="470" name="Google Shape;470;p50"/>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Calibri"/>
                <a:ea typeface="Calibri"/>
                <a:cs typeface="Calibri"/>
                <a:sym typeface="Calibri"/>
              </a:rPr>
              <a:t>    </a:t>
            </a:r>
            <a:r>
              <a:rPr b="1" i="0" lang="en-GB" sz="1200" u="none" cap="none" strike="noStrike">
                <a:solidFill>
                  <a:schemeClr val="dk1"/>
                </a:solidFill>
                <a:latin typeface="Calibri"/>
                <a:ea typeface="Calibri"/>
                <a:cs typeface="Calibri"/>
                <a:sym typeface="Calibri"/>
              </a:rPr>
              <a:t>Macro / News</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           ( </a:t>
            </a:r>
            <a:r>
              <a:rPr b="1" lang="en-GB" sz="1200">
                <a:solidFill>
                  <a:schemeClr val="dk1"/>
                </a:solidFill>
                <a:latin typeface="Calibri"/>
                <a:ea typeface="Calibri"/>
                <a:cs typeface="Calibri"/>
                <a:sym typeface="Calibri"/>
              </a:rPr>
              <a:t>-</a:t>
            </a:r>
            <a:r>
              <a:rPr b="1" i="0" lang="en-GB" sz="1200" u="none" cap="none" strike="noStrike">
                <a:solidFill>
                  <a:schemeClr val="dk1"/>
                </a:solidFill>
                <a:latin typeface="Calibri"/>
                <a:ea typeface="Calibri"/>
                <a:cs typeface="Calibri"/>
                <a:sym typeface="Calibri"/>
              </a:rPr>
              <a:t>1 )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Moderately Bearish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Indices declined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VIX increased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Oil prices surged </a:t>
            </a:r>
            <a:endParaRPr b="1" sz="12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200">
                <a:solidFill>
                  <a:schemeClr val="dk1"/>
                </a:solidFill>
                <a:latin typeface="Calibri"/>
                <a:ea typeface="Calibri"/>
                <a:cs typeface="Calibri"/>
                <a:sym typeface="Calibri"/>
              </a:rPr>
              <a:t>-Softer CPI helped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471" name="Google Shape;471;p50"/>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300" u="none" cap="none" strike="noStrike">
                <a:solidFill>
                  <a:schemeClr val="dk1"/>
                </a:solidFill>
                <a:latin typeface="Calibri"/>
                <a:ea typeface="Calibri"/>
                <a:cs typeface="Calibri"/>
                <a:sym typeface="Calibri"/>
              </a:rPr>
              <a:t>     </a:t>
            </a:r>
            <a:r>
              <a:rPr b="1" lang="en-GB" sz="1300">
                <a:solidFill>
                  <a:schemeClr val="dk1"/>
                </a:solidFill>
                <a:latin typeface="Calibri"/>
                <a:ea typeface="Calibri"/>
                <a:cs typeface="Calibri"/>
                <a:sym typeface="Calibri"/>
              </a:rPr>
              <a:t>   </a:t>
            </a:r>
            <a:r>
              <a:rPr b="1" i="0" lang="en-GB" sz="13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Technical</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a:t>
            </a:r>
            <a:r>
              <a:rPr b="1" lang="en-GB" sz="1100">
                <a:solidFill>
                  <a:schemeClr val="dk1"/>
                </a:solidFill>
                <a:latin typeface="Calibri"/>
                <a:ea typeface="Calibri"/>
                <a:cs typeface="Calibri"/>
                <a:sym typeface="Calibri"/>
              </a:rPr>
              <a:t>-1</a:t>
            </a:r>
            <a:r>
              <a:rPr b="1" i="0" lang="en-GB"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Below 8 &amp; 21 EMA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weakening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NDX bearish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IWM weakening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-Momentum weaker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72" name="Google Shape;472;p50"/>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4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Almanac</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(+1)</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-July seasonality</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still positive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XLK still LONG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Mixed midterm data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-Neutral-Bullish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73" name="Google Shape;473;p50"/>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4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AI Agreement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a:t>
            </a:r>
            <a:r>
              <a:rPr b="1" lang="en-GB" sz="1100">
                <a:solidFill>
                  <a:schemeClr val="dk1"/>
                </a:solidFill>
                <a:latin typeface="Calibri"/>
                <a:ea typeface="Calibri"/>
                <a:cs typeface="Calibri"/>
                <a:sym typeface="Calibri"/>
              </a:rPr>
              <a:t>-1</a:t>
            </a:r>
            <a:r>
              <a:rPr b="1" i="0" lang="en-GB"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Partial agreement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constructive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NDX mixed views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-IWM mixed views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-Moderate confidence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74" name="Google Shape;474;p50"/>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500" u="none" cap="none" strike="noStrike">
                <a:solidFill>
                  <a:schemeClr val="dk1"/>
                </a:solidFill>
                <a:latin typeface="Calibri"/>
                <a:ea typeface="Calibri"/>
                <a:cs typeface="Calibri"/>
                <a:sym typeface="Calibri"/>
              </a:rPr>
              <a:t>     </a:t>
            </a:r>
            <a:r>
              <a:rPr b="1" i="0" lang="en-GB" u="none" cap="none" strike="noStrike">
                <a:solidFill>
                  <a:schemeClr val="dk1"/>
                </a:solidFill>
                <a:latin typeface="Calibri"/>
                <a:ea typeface="Calibri"/>
                <a:cs typeface="Calibri"/>
                <a:sym typeface="Calibri"/>
              </a:rPr>
              <a:t> </a:t>
            </a:r>
            <a:r>
              <a:rPr b="1" i="0" lang="en-GB" sz="1000" u="none" cap="none" strike="noStrike">
                <a:solidFill>
                  <a:schemeClr val="dk1"/>
                </a:solidFill>
                <a:latin typeface="Calibri"/>
                <a:ea typeface="Calibri"/>
                <a:cs typeface="Calibri"/>
                <a:sym typeface="Calibri"/>
              </a:rPr>
              <a:t>Wild Card</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           (</a:t>
            </a:r>
            <a:r>
              <a:rPr b="1" lang="en-GB" sz="1000">
                <a:solidFill>
                  <a:schemeClr val="dk1"/>
                </a:solidFill>
                <a:latin typeface="Calibri"/>
                <a:ea typeface="Calibri"/>
                <a:cs typeface="Calibri"/>
                <a:sym typeface="Calibri"/>
              </a:rPr>
              <a:t>-</a:t>
            </a:r>
            <a:r>
              <a:rPr b="1" i="0" lang="en-GB" sz="1000" u="none" cap="none" strike="noStrike">
                <a:solidFill>
                  <a:schemeClr val="dk1"/>
                </a:solidFill>
                <a:latin typeface="Calibri"/>
                <a:ea typeface="Calibri"/>
                <a:cs typeface="Calibri"/>
                <a:sym typeface="Calibri"/>
              </a:rPr>
              <a:t>1)</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Oil price surge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VIX increased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Inflation risk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Geopolitical risk </a:t>
            </a:r>
            <a:endParaRPr b="1" sz="10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000">
                <a:solidFill>
                  <a:schemeClr val="dk1"/>
                </a:solidFill>
                <a:latin typeface="Calibri"/>
                <a:ea typeface="Calibri"/>
                <a:cs typeface="Calibri"/>
                <a:sym typeface="Calibri"/>
              </a:rPr>
              <a:t>-Risk sentiment weaker </a:t>
            </a:r>
            <a:r>
              <a:rPr b="1" lang="en-GB"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p:txBody>
      </p:sp>
      <p:sp>
        <p:nvSpPr>
          <p:cNvPr id="475" name="Google Shape;475;p50"/>
          <p:cNvSpPr/>
          <p:nvPr/>
        </p:nvSpPr>
        <p:spPr>
          <a:xfrm>
            <a:off x="2740342" y="3108960"/>
            <a:ext cx="3353400" cy="457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TOTAL SCORE: </a:t>
            </a:r>
            <a:r>
              <a:rPr lang="en-GB" sz="1600">
                <a:solidFill>
                  <a:schemeClr val="lt1"/>
                </a:solidFill>
                <a:latin typeface="Calibri"/>
                <a:ea typeface="Calibri"/>
                <a:cs typeface="Calibri"/>
                <a:sym typeface="Calibri"/>
              </a:rPr>
              <a:t>-3</a:t>
            </a:r>
            <a:r>
              <a:rPr b="0" i="0" lang="en-GB" sz="1600" u="none" cap="none" strike="noStrike">
                <a:solidFill>
                  <a:schemeClr val="lt1"/>
                </a:solidFill>
                <a:latin typeface="Calibri"/>
                <a:ea typeface="Calibri"/>
                <a:cs typeface="Calibri"/>
                <a:sym typeface="Calibri"/>
              </a:rPr>
              <a:t> (NEUTRAL-</a:t>
            </a:r>
            <a:r>
              <a:rPr lang="en-GB" sz="1600">
                <a:solidFill>
                  <a:schemeClr val="lt1"/>
                </a:solidFill>
                <a:latin typeface="Calibri"/>
                <a:ea typeface="Calibri"/>
                <a:cs typeface="Calibri"/>
                <a:sym typeface="Calibri"/>
              </a:rPr>
              <a:t>BEARISH </a:t>
            </a:r>
            <a:r>
              <a:rPr b="0" i="0" lang="en-GB" sz="16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1301325" y="3831625"/>
            <a:ext cx="6921900" cy="1325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100"/>
              <a:buFont typeface="Arial"/>
              <a:buNone/>
            </a:pPr>
            <a:r>
              <a:rPr b="1" lang="en-GB" sz="1800">
                <a:solidFill>
                  <a:schemeClr val="dk1"/>
                </a:solidFill>
                <a:latin typeface="Calibri"/>
                <a:ea typeface="Calibri"/>
                <a:cs typeface="Calibri"/>
                <a:sym typeface="Calibri"/>
              </a:rPr>
              <a:t>The W29 Human Score fell to -3 as weaker macro conditions, bearish technical momentum, rising volatility, and higher oil prices outweighed the supportive July seasonal backdrop, resulting in a Neutral-Bearish outlook. </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80" name="Shape 480"/>
        <p:cNvGrpSpPr/>
        <p:nvPr/>
      </p:nvGrpSpPr>
      <p:grpSpPr>
        <a:xfrm>
          <a:off x="0" y="0"/>
          <a:ext cx="0" cy="0"/>
          <a:chOff x="0" y="0"/>
          <a:chExt cx="0" cy="0"/>
        </a:xfrm>
      </p:grpSpPr>
      <p:sp>
        <p:nvSpPr>
          <p:cNvPr id="481" name="Google Shape;481;p5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2" name="Google Shape;482;p51"/>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51"/>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84" name="Google Shape;484;p51"/>
          <p:cNvSpPr/>
          <p:nvPr/>
        </p:nvSpPr>
        <p:spPr>
          <a:xfrm>
            <a:off x="3291840" y="822960"/>
            <a:ext cx="1828800" cy="4116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HUMAN OVERRIDE</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AI CONSENSUS</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Neutral-Bullish SPX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Mixed NDX outlook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July seasonality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Softer CPI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a:t>
            </a: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Moderate confidence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6" name="Google Shape;486;p51"/>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HUMAN ADJUSTMENT</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SPX below EMAs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NDX bearish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VIX increased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Oil prices surged </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Geopolitical risk  </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
        <p:nvSpPr>
          <p:cNvPr id="487" name="Google Shape;487;p51"/>
          <p:cNvSpPr/>
          <p:nvPr/>
        </p:nvSpPr>
        <p:spPr>
          <a:xfrm>
            <a:off x="731520" y="3749039"/>
            <a:ext cx="7315200" cy="640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lang="en-GB" sz="1300">
                <a:solidFill>
                  <a:schemeClr val="lt1"/>
                </a:solidFill>
                <a:latin typeface="Calibri"/>
                <a:ea typeface="Calibri"/>
                <a:cs typeface="Calibri"/>
                <a:sym typeface="Calibri"/>
              </a:rPr>
              <a:t>FINAL VIEW:</a:t>
            </a:r>
            <a:r>
              <a:rPr lang="en-GB" sz="1300">
                <a:solidFill>
                  <a:schemeClr val="lt1"/>
                </a:solidFill>
                <a:latin typeface="Calibri"/>
                <a:ea typeface="Calibri"/>
                <a:cs typeface="Calibri"/>
                <a:sym typeface="Calibri"/>
              </a:rPr>
              <a:t> Although July seasonality and softer CPI continue to provide some support, the team places greater weight on weakening technical momentum, rising market volatility, higher oil prices, and geopolitical uncertainty. These factors support a more cautious Neutral-Bearish outlook for Week 29. </a:t>
            </a:r>
            <a:endParaRPr b="1"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91" name="Shape 491"/>
        <p:cNvGrpSpPr/>
        <p:nvPr/>
      </p:nvGrpSpPr>
      <p:grpSpPr>
        <a:xfrm>
          <a:off x="0" y="0"/>
          <a:ext cx="0" cy="0"/>
          <a:chOff x="0" y="0"/>
          <a:chExt cx="0" cy="0"/>
        </a:xfrm>
      </p:grpSpPr>
      <p:sp>
        <p:nvSpPr>
          <p:cNvPr id="492" name="Google Shape;492;p52"/>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52"/>
          <p:cNvSpPr/>
          <p:nvPr/>
        </p:nvSpPr>
        <p:spPr>
          <a:xfrm>
            <a:off x="0" y="640080"/>
            <a:ext cx="9144000" cy="36600"/>
          </a:xfrm>
          <a:prstGeom prst="rect">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4" name="Google Shape;494;p52"/>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R9 GitHub Lead</a:t>
            </a:r>
            <a:endParaRPr/>
          </a:p>
        </p:txBody>
      </p:sp>
      <p:sp>
        <p:nvSpPr>
          <p:cNvPr id="495" name="Google Shape;495;p52"/>
          <p:cNvSpPr txBox="1"/>
          <p:nvPr/>
        </p:nvSpPr>
        <p:spPr>
          <a:xfrm>
            <a:off x="227000" y="865625"/>
            <a:ext cx="8795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200" u="sng">
                <a:solidFill>
                  <a:schemeClr val="hlink"/>
                </a:solidFill>
                <a:latin typeface="Calibri"/>
                <a:ea typeface="Calibri"/>
                <a:cs typeface="Calibri"/>
                <a:sym typeface="Calibri"/>
                <a:hlinkClick r:id="rId3"/>
              </a:rPr>
              <a:t>https://github.com/LuJunwen212/CP3405-Project</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99" name="Shape 499"/>
        <p:cNvGrpSpPr/>
        <p:nvPr/>
      </p:nvGrpSpPr>
      <p:grpSpPr>
        <a:xfrm>
          <a:off x="0" y="0"/>
          <a:ext cx="0" cy="0"/>
          <a:chOff x="0" y="0"/>
          <a:chExt cx="0" cy="0"/>
        </a:xfrm>
      </p:grpSpPr>
      <p:sp>
        <p:nvSpPr>
          <p:cNvPr id="500" name="Google Shape;500;p5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53"/>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53"/>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a:t>
            </a:r>
            <a:r>
              <a:rPr b="1" lang="en-GB" sz="1500">
                <a:solidFill>
                  <a:srgbClr val="FFFFFF"/>
                </a:solidFill>
              </a:rPr>
              <a:t>Calibration Lead</a:t>
            </a:r>
            <a:endParaRPr/>
          </a:p>
        </p:txBody>
      </p:sp>
      <p:sp>
        <p:nvSpPr>
          <p:cNvPr id="503" name="Google Shape;503;p53"/>
          <p:cNvSpPr txBox="1"/>
          <p:nvPr/>
        </p:nvSpPr>
        <p:spPr>
          <a:xfrm>
            <a:off x="475500" y="877825"/>
            <a:ext cx="3840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rPr>
              <a:t>Scoreboard</a:t>
            </a:r>
            <a:endParaRPr/>
          </a:p>
        </p:txBody>
      </p:sp>
      <p:sp>
        <p:nvSpPr>
          <p:cNvPr id="504" name="Google Shape;504;p53"/>
          <p:cNvSpPr/>
          <p:nvPr/>
        </p:nvSpPr>
        <p:spPr>
          <a:xfrm>
            <a:off x="54608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53"/>
          <p:cNvSpPr txBox="1"/>
          <p:nvPr/>
        </p:nvSpPr>
        <p:spPr>
          <a:xfrm>
            <a:off x="67322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SPX</a:t>
            </a:r>
            <a:endParaRPr/>
          </a:p>
        </p:txBody>
      </p:sp>
      <p:sp>
        <p:nvSpPr>
          <p:cNvPr id="506" name="Google Shape;506;p53"/>
          <p:cNvSpPr txBox="1"/>
          <p:nvPr/>
        </p:nvSpPr>
        <p:spPr>
          <a:xfrm>
            <a:off x="673220" y="16845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07" name="Google Shape;507;p53"/>
          <p:cNvSpPr txBox="1"/>
          <p:nvPr/>
        </p:nvSpPr>
        <p:spPr>
          <a:xfrm>
            <a:off x="67322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a:t>
            </a:r>
            <a:r>
              <a:rPr lang="en-GB" sz="919">
                <a:solidFill>
                  <a:srgbClr val="D64545"/>
                </a:solidFill>
              </a:rPr>
              <a:t>1.55</a:t>
            </a:r>
            <a:r>
              <a:rPr b="0" lang="en-GB" sz="919">
                <a:solidFill>
                  <a:srgbClr val="D64545"/>
                </a:solidFill>
                <a:latin typeface="Arial"/>
                <a:ea typeface="Arial"/>
                <a:cs typeface="Arial"/>
                <a:sym typeface="Arial"/>
              </a:rPr>
              <a:t>%</a:t>
            </a:r>
            <a:endParaRPr>
              <a:solidFill>
                <a:srgbClr val="D64545"/>
              </a:solidFill>
            </a:endParaRPr>
          </a:p>
        </p:txBody>
      </p:sp>
      <p:sp>
        <p:nvSpPr>
          <p:cNvPr id="508" name="Google Shape;508;p53"/>
          <p:cNvSpPr/>
          <p:nvPr/>
        </p:nvSpPr>
        <p:spPr>
          <a:xfrm>
            <a:off x="219881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53"/>
          <p:cNvSpPr txBox="1"/>
          <p:nvPr/>
        </p:nvSpPr>
        <p:spPr>
          <a:xfrm>
            <a:off x="232595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NDX</a:t>
            </a:r>
            <a:endParaRPr/>
          </a:p>
        </p:txBody>
      </p:sp>
      <p:sp>
        <p:nvSpPr>
          <p:cNvPr id="510" name="Google Shape;510;p53"/>
          <p:cNvSpPr txBox="1"/>
          <p:nvPr/>
        </p:nvSpPr>
        <p:spPr>
          <a:xfrm>
            <a:off x="2325950" y="16845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11" name="Google Shape;511;p53"/>
          <p:cNvSpPr txBox="1"/>
          <p:nvPr/>
        </p:nvSpPr>
        <p:spPr>
          <a:xfrm>
            <a:off x="232595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-4.13</a:t>
            </a:r>
            <a:r>
              <a:rPr b="0" lang="en-GB" sz="919">
                <a:solidFill>
                  <a:srgbClr val="D64545"/>
                </a:solidFill>
                <a:latin typeface="Arial"/>
                <a:ea typeface="Arial"/>
                <a:cs typeface="Arial"/>
                <a:sym typeface="Arial"/>
              </a:rPr>
              <a:t>%</a:t>
            </a:r>
            <a:endParaRPr>
              <a:solidFill>
                <a:srgbClr val="D64545"/>
              </a:solidFill>
            </a:endParaRPr>
          </a:p>
        </p:txBody>
      </p:sp>
      <p:sp>
        <p:nvSpPr>
          <p:cNvPr id="512" name="Google Shape;512;p53"/>
          <p:cNvSpPr/>
          <p:nvPr/>
        </p:nvSpPr>
        <p:spPr>
          <a:xfrm>
            <a:off x="385154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53"/>
          <p:cNvSpPr txBox="1"/>
          <p:nvPr/>
        </p:nvSpPr>
        <p:spPr>
          <a:xfrm>
            <a:off x="397868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IWM</a:t>
            </a:r>
            <a:endParaRPr/>
          </a:p>
        </p:txBody>
      </p:sp>
      <p:sp>
        <p:nvSpPr>
          <p:cNvPr id="514" name="Google Shape;514;p53"/>
          <p:cNvSpPr txBox="1"/>
          <p:nvPr/>
        </p:nvSpPr>
        <p:spPr>
          <a:xfrm>
            <a:off x="3978680"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15" name="Google Shape;515;p53"/>
          <p:cNvSpPr txBox="1"/>
          <p:nvPr/>
        </p:nvSpPr>
        <p:spPr>
          <a:xfrm>
            <a:off x="397868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a:t>
            </a:r>
            <a:r>
              <a:rPr lang="en-GB" sz="919">
                <a:solidFill>
                  <a:srgbClr val="D64545"/>
                </a:solidFill>
              </a:rPr>
              <a:t>66</a:t>
            </a:r>
            <a:r>
              <a:rPr b="0" lang="en-GB" sz="919">
                <a:solidFill>
                  <a:srgbClr val="D64545"/>
                </a:solidFill>
                <a:latin typeface="Arial"/>
                <a:ea typeface="Arial"/>
                <a:cs typeface="Arial"/>
                <a:sym typeface="Arial"/>
              </a:rPr>
              <a:t>%</a:t>
            </a:r>
            <a:endParaRPr>
              <a:solidFill>
                <a:srgbClr val="D64545"/>
              </a:solidFill>
            </a:endParaRPr>
          </a:p>
        </p:txBody>
      </p:sp>
      <p:sp>
        <p:nvSpPr>
          <p:cNvPr id="516" name="Google Shape;516;p53"/>
          <p:cNvSpPr/>
          <p:nvPr/>
        </p:nvSpPr>
        <p:spPr>
          <a:xfrm>
            <a:off x="715702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53"/>
          <p:cNvSpPr txBox="1"/>
          <p:nvPr/>
        </p:nvSpPr>
        <p:spPr>
          <a:xfrm>
            <a:off x="728416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XLC</a:t>
            </a:r>
            <a:endParaRPr/>
          </a:p>
        </p:txBody>
      </p:sp>
      <p:sp>
        <p:nvSpPr>
          <p:cNvPr id="518" name="Google Shape;518;p53"/>
          <p:cNvSpPr txBox="1"/>
          <p:nvPr/>
        </p:nvSpPr>
        <p:spPr>
          <a:xfrm>
            <a:off x="7284160"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19" name="Google Shape;519;p53"/>
          <p:cNvSpPr txBox="1"/>
          <p:nvPr/>
        </p:nvSpPr>
        <p:spPr>
          <a:xfrm>
            <a:off x="728416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a:t>
            </a:r>
            <a:r>
              <a:rPr lang="en-GB" sz="919">
                <a:solidFill>
                  <a:srgbClr val="D64545"/>
                </a:solidFill>
              </a:rPr>
              <a:t>8</a:t>
            </a:r>
            <a:r>
              <a:rPr b="0" lang="en-GB" sz="919">
                <a:solidFill>
                  <a:srgbClr val="D64545"/>
                </a:solidFill>
                <a:latin typeface="Arial"/>
                <a:ea typeface="Arial"/>
                <a:cs typeface="Arial"/>
                <a:sym typeface="Arial"/>
              </a:rPr>
              <a:t>9%</a:t>
            </a:r>
            <a:endParaRPr>
              <a:solidFill>
                <a:srgbClr val="D64545"/>
              </a:solidFill>
            </a:endParaRPr>
          </a:p>
        </p:txBody>
      </p:sp>
      <p:sp>
        <p:nvSpPr>
          <p:cNvPr id="520" name="Google Shape;520;p53"/>
          <p:cNvSpPr/>
          <p:nvPr/>
        </p:nvSpPr>
        <p:spPr>
          <a:xfrm>
            <a:off x="54608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p53"/>
          <p:cNvSpPr txBox="1"/>
          <p:nvPr/>
        </p:nvSpPr>
        <p:spPr>
          <a:xfrm>
            <a:off x="67322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XLY</a:t>
            </a:r>
            <a:endParaRPr/>
          </a:p>
        </p:txBody>
      </p:sp>
      <p:sp>
        <p:nvSpPr>
          <p:cNvPr id="522" name="Google Shape;522;p53"/>
          <p:cNvSpPr txBox="1"/>
          <p:nvPr/>
        </p:nvSpPr>
        <p:spPr>
          <a:xfrm>
            <a:off x="67322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23" name="Google Shape;523;p53"/>
          <p:cNvSpPr txBox="1"/>
          <p:nvPr/>
        </p:nvSpPr>
        <p:spPr>
          <a:xfrm>
            <a:off x="67322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-1.54</a:t>
            </a:r>
            <a:r>
              <a:rPr b="0" lang="en-GB" sz="919">
                <a:solidFill>
                  <a:srgbClr val="D64545"/>
                </a:solidFill>
                <a:latin typeface="Arial"/>
                <a:ea typeface="Arial"/>
                <a:cs typeface="Arial"/>
                <a:sym typeface="Arial"/>
              </a:rPr>
              <a:t>%</a:t>
            </a:r>
            <a:endParaRPr>
              <a:solidFill>
                <a:srgbClr val="D64545"/>
              </a:solidFill>
            </a:endParaRPr>
          </a:p>
        </p:txBody>
      </p:sp>
      <p:sp>
        <p:nvSpPr>
          <p:cNvPr id="524" name="Google Shape;524;p53"/>
          <p:cNvSpPr/>
          <p:nvPr/>
        </p:nvSpPr>
        <p:spPr>
          <a:xfrm>
            <a:off x="219881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53"/>
          <p:cNvSpPr txBox="1"/>
          <p:nvPr/>
        </p:nvSpPr>
        <p:spPr>
          <a:xfrm>
            <a:off x="232595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XLP</a:t>
            </a:r>
            <a:endParaRPr/>
          </a:p>
        </p:txBody>
      </p:sp>
      <p:sp>
        <p:nvSpPr>
          <p:cNvPr id="526" name="Google Shape;526;p53"/>
          <p:cNvSpPr txBox="1"/>
          <p:nvPr/>
        </p:nvSpPr>
        <p:spPr>
          <a:xfrm>
            <a:off x="232595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27" name="Google Shape;527;p53"/>
          <p:cNvSpPr txBox="1"/>
          <p:nvPr/>
        </p:nvSpPr>
        <p:spPr>
          <a:xfrm>
            <a:off x="232595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2FB344"/>
                </a:solidFill>
                <a:latin typeface="Arial"/>
                <a:ea typeface="Arial"/>
                <a:cs typeface="Arial"/>
                <a:sym typeface="Arial"/>
              </a:rPr>
              <a:t>+</a:t>
            </a:r>
            <a:r>
              <a:rPr lang="en-GB" sz="919">
                <a:solidFill>
                  <a:srgbClr val="2FB344"/>
                </a:solidFill>
              </a:rPr>
              <a:t>1.27</a:t>
            </a:r>
            <a:r>
              <a:rPr b="0" lang="en-GB" sz="919">
                <a:solidFill>
                  <a:srgbClr val="2FB344"/>
                </a:solidFill>
                <a:latin typeface="Arial"/>
                <a:ea typeface="Arial"/>
                <a:cs typeface="Arial"/>
                <a:sym typeface="Arial"/>
              </a:rPr>
              <a:t>%</a:t>
            </a:r>
            <a:endParaRPr>
              <a:solidFill>
                <a:srgbClr val="2FB344"/>
              </a:solidFill>
            </a:endParaRPr>
          </a:p>
        </p:txBody>
      </p:sp>
      <p:sp>
        <p:nvSpPr>
          <p:cNvPr id="528" name="Google Shape;528;p53"/>
          <p:cNvSpPr/>
          <p:nvPr/>
        </p:nvSpPr>
        <p:spPr>
          <a:xfrm>
            <a:off x="385154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53"/>
          <p:cNvSpPr txBox="1"/>
          <p:nvPr/>
        </p:nvSpPr>
        <p:spPr>
          <a:xfrm>
            <a:off x="397868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XLE</a:t>
            </a:r>
            <a:endParaRPr/>
          </a:p>
        </p:txBody>
      </p:sp>
      <p:sp>
        <p:nvSpPr>
          <p:cNvPr id="530" name="Google Shape;530;p53"/>
          <p:cNvSpPr txBox="1"/>
          <p:nvPr/>
        </p:nvSpPr>
        <p:spPr>
          <a:xfrm>
            <a:off x="397868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2FB344"/>
                </a:solidFill>
              </a:rPr>
              <a:t>HIT</a:t>
            </a:r>
            <a:endParaRPr/>
          </a:p>
        </p:txBody>
      </p:sp>
      <p:sp>
        <p:nvSpPr>
          <p:cNvPr id="531" name="Google Shape;531;p53"/>
          <p:cNvSpPr txBox="1"/>
          <p:nvPr/>
        </p:nvSpPr>
        <p:spPr>
          <a:xfrm>
            <a:off x="397868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+4.72</a:t>
            </a:r>
            <a:r>
              <a:rPr b="0" lang="en-GB" sz="919">
                <a:solidFill>
                  <a:srgbClr val="2FB344"/>
                </a:solidFill>
                <a:latin typeface="Arial"/>
                <a:ea typeface="Arial"/>
                <a:cs typeface="Arial"/>
                <a:sym typeface="Arial"/>
              </a:rPr>
              <a:t>%</a:t>
            </a:r>
            <a:endParaRPr>
              <a:solidFill>
                <a:srgbClr val="2FB344"/>
              </a:solidFill>
            </a:endParaRPr>
          </a:p>
        </p:txBody>
      </p:sp>
      <p:sp>
        <p:nvSpPr>
          <p:cNvPr id="532" name="Google Shape;532;p53"/>
          <p:cNvSpPr/>
          <p:nvPr/>
        </p:nvSpPr>
        <p:spPr>
          <a:xfrm>
            <a:off x="715702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53"/>
          <p:cNvSpPr txBox="1"/>
          <p:nvPr/>
        </p:nvSpPr>
        <p:spPr>
          <a:xfrm>
            <a:off x="728416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XLV</a:t>
            </a:r>
            <a:endParaRPr/>
          </a:p>
        </p:txBody>
      </p:sp>
      <p:sp>
        <p:nvSpPr>
          <p:cNvPr id="534" name="Google Shape;534;p53"/>
          <p:cNvSpPr txBox="1"/>
          <p:nvPr/>
        </p:nvSpPr>
        <p:spPr>
          <a:xfrm>
            <a:off x="7284160" y="28703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35" name="Google Shape;535;p53"/>
          <p:cNvSpPr txBox="1"/>
          <p:nvPr/>
        </p:nvSpPr>
        <p:spPr>
          <a:xfrm>
            <a:off x="728416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+0.16</a:t>
            </a:r>
            <a:r>
              <a:rPr b="0" lang="en-GB" sz="919">
                <a:solidFill>
                  <a:srgbClr val="2FB344"/>
                </a:solidFill>
                <a:latin typeface="Arial"/>
                <a:ea typeface="Arial"/>
                <a:cs typeface="Arial"/>
                <a:sym typeface="Arial"/>
              </a:rPr>
              <a:t>%</a:t>
            </a:r>
            <a:endParaRPr>
              <a:solidFill>
                <a:srgbClr val="2FB344"/>
              </a:solidFill>
            </a:endParaRPr>
          </a:p>
        </p:txBody>
      </p:sp>
      <p:sp>
        <p:nvSpPr>
          <p:cNvPr id="536" name="Google Shape;536;p53"/>
          <p:cNvSpPr/>
          <p:nvPr/>
        </p:nvSpPr>
        <p:spPr>
          <a:xfrm>
            <a:off x="54608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53"/>
          <p:cNvSpPr txBox="1"/>
          <p:nvPr/>
        </p:nvSpPr>
        <p:spPr>
          <a:xfrm>
            <a:off x="67322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XLI</a:t>
            </a:r>
            <a:endParaRPr/>
          </a:p>
        </p:txBody>
      </p:sp>
      <p:sp>
        <p:nvSpPr>
          <p:cNvPr id="538" name="Google Shape;538;p53"/>
          <p:cNvSpPr txBox="1"/>
          <p:nvPr/>
        </p:nvSpPr>
        <p:spPr>
          <a:xfrm>
            <a:off x="673220" y="4056200"/>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39" name="Google Shape;539;p53"/>
          <p:cNvSpPr txBox="1"/>
          <p:nvPr/>
        </p:nvSpPr>
        <p:spPr>
          <a:xfrm>
            <a:off x="67322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-1.38</a:t>
            </a:r>
            <a:r>
              <a:rPr b="0" lang="en-GB" sz="919">
                <a:solidFill>
                  <a:srgbClr val="D64545"/>
                </a:solidFill>
                <a:latin typeface="Arial"/>
                <a:ea typeface="Arial"/>
                <a:cs typeface="Arial"/>
                <a:sym typeface="Arial"/>
              </a:rPr>
              <a:t>%</a:t>
            </a:r>
            <a:endParaRPr>
              <a:solidFill>
                <a:srgbClr val="D64545"/>
              </a:solidFill>
            </a:endParaRPr>
          </a:p>
        </p:txBody>
      </p:sp>
      <p:sp>
        <p:nvSpPr>
          <p:cNvPr id="540" name="Google Shape;540;p53"/>
          <p:cNvSpPr/>
          <p:nvPr/>
        </p:nvSpPr>
        <p:spPr>
          <a:xfrm>
            <a:off x="219881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53"/>
          <p:cNvSpPr txBox="1"/>
          <p:nvPr/>
        </p:nvSpPr>
        <p:spPr>
          <a:xfrm>
            <a:off x="232595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XLB</a:t>
            </a:r>
            <a:endParaRPr/>
          </a:p>
        </p:txBody>
      </p:sp>
      <p:sp>
        <p:nvSpPr>
          <p:cNvPr id="542" name="Google Shape;542;p53"/>
          <p:cNvSpPr txBox="1"/>
          <p:nvPr/>
        </p:nvSpPr>
        <p:spPr>
          <a:xfrm>
            <a:off x="2325950" y="4056200"/>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43" name="Google Shape;543;p53"/>
          <p:cNvSpPr txBox="1"/>
          <p:nvPr/>
        </p:nvSpPr>
        <p:spPr>
          <a:xfrm>
            <a:off x="232595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-0.71</a:t>
            </a:r>
            <a:r>
              <a:rPr b="0" lang="en-GB" sz="919">
                <a:solidFill>
                  <a:srgbClr val="D64545"/>
                </a:solidFill>
                <a:latin typeface="Arial"/>
                <a:ea typeface="Arial"/>
                <a:cs typeface="Arial"/>
                <a:sym typeface="Arial"/>
              </a:rPr>
              <a:t>%</a:t>
            </a:r>
            <a:endParaRPr>
              <a:solidFill>
                <a:srgbClr val="D64545"/>
              </a:solidFill>
            </a:endParaRPr>
          </a:p>
        </p:txBody>
      </p:sp>
      <p:sp>
        <p:nvSpPr>
          <p:cNvPr id="544" name="Google Shape;544;p53"/>
          <p:cNvSpPr/>
          <p:nvPr/>
        </p:nvSpPr>
        <p:spPr>
          <a:xfrm>
            <a:off x="385154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53"/>
          <p:cNvSpPr txBox="1"/>
          <p:nvPr/>
        </p:nvSpPr>
        <p:spPr>
          <a:xfrm>
            <a:off x="397868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XLRE</a:t>
            </a:r>
            <a:endParaRPr/>
          </a:p>
        </p:txBody>
      </p:sp>
      <p:sp>
        <p:nvSpPr>
          <p:cNvPr id="546" name="Google Shape;546;p53"/>
          <p:cNvSpPr txBox="1"/>
          <p:nvPr/>
        </p:nvSpPr>
        <p:spPr>
          <a:xfrm>
            <a:off x="3978680" y="4056200"/>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47" name="Google Shape;547;p53"/>
          <p:cNvSpPr txBox="1"/>
          <p:nvPr/>
        </p:nvSpPr>
        <p:spPr>
          <a:xfrm>
            <a:off x="397868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+2.18</a:t>
            </a:r>
            <a:r>
              <a:rPr b="0" lang="en-GB" sz="919">
                <a:solidFill>
                  <a:srgbClr val="2FB344"/>
                </a:solidFill>
                <a:latin typeface="Arial"/>
                <a:ea typeface="Arial"/>
                <a:cs typeface="Arial"/>
                <a:sym typeface="Arial"/>
              </a:rPr>
              <a:t>%</a:t>
            </a:r>
            <a:endParaRPr>
              <a:solidFill>
                <a:srgbClr val="2FB344"/>
              </a:solidFill>
            </a:endParaRPr>
          </a:p>
        </p:txBody>
      </p:sp>
      <p:sp>
        <p:nvSpPr>
          <p:cNvPr id="548" name="Google Shape;548;p53"/>
          <p:cNvSpPr/>
          <p:nvPr/>
        </p:nvSpPr>
        <p:spPr>
          <a:xfrm>
            <a:off x="7157002"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53"/>
          <p:cNvSpPr txBox="1"/>
          <p:nvPr/>
        </p:nvSpPr>
        <p:spPr>
          <a:xfrm>
            <a:off x="7284135"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HITS</a:t>
            </a:r>
            <a:endParaRPr/>
          </a:p>
        </p:txBody>
      </p:sp>
      <p:sp>
        <p:nvSpPr>
          <p:cNvPr id="550" name="Google Shape;550;p53"/>
          <p:cNvSpPr txBox="1"/>
          <p:nvPr/>
        </p:nvSpPr>
        <p:spPr>
          <a:xfrm>
            <a:off x="7284135" y="4056200"/>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F07C3E"/>
                </a:solidFill>
                <a:latin typeface="Arial"/>
                <a:ea typeface="Arial"/>
                <a:cs typeface="Arial"/>
                <a:sym typeface="Arial"/>
              </a:rPr>
              <a:t>2 / </a:t>
            </a:r>
            <a:r>
              <a:rPr b="1" lang="en-GB" sz="2000">
                <a:solidFill>
                  <a:srgbClr val="F07C3E"/>
                </a:solidFill>
              </a:rPr>
              <a:t>14</a:t>
            </a:r>
            <a:endParaRPr/>
          </a:p>
        </p:txBody>
      </p:sp>
      <p:sp>
        <p:nvSpPr>
          <p:cNvPr id="551" name="Google Shape;551;p53"/>
          <p:cNvSpPr txBox="1"/>
          <p:nvPr/>
        </p:nvSpPr>
        <p:spPr>
          <a:xfrm>
            <a:off x="7284135"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19">
                <a:solidFill>
                  <a:srgbClr val="56657D"/>
                </a:solidFill>
              </a:rPr>
              <a:t>Score: +2</a:t>
            </a:r>
            <a:endParaRPr/>
          </a:p>
        </p:txBody>
      </p:sp>
      <p:sp>
        <p:nvSpPr>
          <p:cNvPr id="552" name="Google Shape;552;p53"/>
          <p:cNvSpPr/>
          <p:nvPr/>
        </p:nvSpPr>
        <p:spPr>
          <a:xfrm>
            <a:off x="5504285"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53"/>
          <p:cNvSpPr txBox="1"/>
          <p:nvPr/>
        </p:nvSpPr>
        <p:spPr>
          <a:xfrm>
            <a:off x="5631418"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XLK</a:t>
            </a:r>
            <a:endParaRPr/>
          </a:p>
        </p:txBody>
      </p:sp>
      <p:sp>
        <p:nvSpPr>
          <p:cNvPr id="554" name="Google Shape;554;p53"/>
          <p:cNvSpPr txBox="1"/>
          <p:nvPr/>
        </p:nvSpPr>
        <p:spPr>
          <a:xfrm>
            <a:off x="5631418"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55" name="Google Shape;555;p53"/>
          <p:cNvSpPr txBox="1"/>
          <p:nvPr/>
        </p:nvSpPr>
        <p:spPr>
          <a:xfrm>
            <a:off x="5631418"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a:t>
            </a:r>
            <a:r>
              <a:rPr lang="en-GB" sz="919">
                <a:solidFill>
                  <a:srgbClr val="D64545"/>
                </a:solidFill>
              </a:rPr>
              <a:t>5.48</a:t>
            </a:r>
            <a:r>
              <a:rPr b="0" lang="en-GB" sz="919">
                <a:solidFill>
                  <a:srgbClr val="D64545"/>
                </a:solidFill>
                <a:latin typeface="Arial"/>
                <a:ea typeface="Arial"/>
                <a:cs typeface="Arial"/>
                <a:sym typeface="Arial"/>
              </a:rPr>
              <a:t>%</a:t>
            </a:r>
            <a:endParaRPr>
              <a:solidFill>
                <a:srgbClr val="D64545"/>
              </a:solidFill>
            </a:endParaRPr>
          </a:p>
        </p:txBody>
      </p:sp>
      <p:sp>
        <p:nvSpPr>
          <p:cNvPr id="556" name="Google Shape;556;p53"/>
          <p:cNvSpPr/>
          <p:nvPr/>
        </p:nvSpPr>
        <p:spPr>
          <a:xfrm>
            <a:off x="5504285"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53"/>
          <p:cNvSpPr txBox="1"/>
          <p:nvPr/>
        </p:nvSpPr>
        <p:spPr>
          <a:xfrm>
            <a:off x="5631418"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XLF</a:t>
            </a:r>
            <a:endParaRPr/>
          </a:p>
        </p:txBody>
      </p:sp>
      <p:sp>
        <p:nvSpPr>
          <p:cNvPr id="558" name="Google Shape;558;p53"/>
          <p:cNvSpPr txBox="1"/>
          <p:nvPr/>
        </p:nvSpPr>
        <p:spPr>
          <a:xfrm>
            <a:off x="5631418"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2FB344"/>
                </a:solidFill>
              </a:rPr>
              <a:t>HIT</a:t>
            </a:r>
            <a:endParaRPr/>
          </a:p>
        </p:txBody>
      </p:sp>
      <p:sp>
        <p:nvSpPr>
          <p:cNvPr id="559" name="Google Shape;559;p53"/>
          <p:cNvSpPr txBox="1"/>
          <p:nvPr/>
        </p:nvSpPr>
        <p:spPr>
          <a:xfrm>
            <a:off x="5631418"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a:t>
            </a:r>
            <a:r>
              <a:rPr b="0" lang="en-GB" sz="919">
                <a:solidFill>
                  <a:srgbClr val="2FB344"/>
                </a:solidFill>
                <a:latin typeface="Arial"/>
                <a:ea typeface="Arial"/>
                <a:cs typeface="Arial"/>
                <a:sym typeface="Arial"/>
              </a:rPr>
              <a:t>0.</a:t>
            </a:r>
            <a:r>
              <a:rPr lang="en-GB" sz="919">
                <a:solidFill>
                  <a:srgbClr val="2FB344"/>
                </a:solidFill>
              </a:rPr>
              <a:t>9</a:t>
            </a:r>
            <a:r>
              <a:rPr b="0" lang="en-GB" sz="919">
                <a:solidFill>
                  <a:srgbClr val="2FB344"/>
                </a:solidFill>
                <a:latin typeface="Arial"/>
                <a:ea typeface="Arial"/>
                <a:cs typeface="Arial"/>
                <a:sym typeface="Arial"/>
              </a:rPr>
              <a:t>9%</a:t>
            </a:r>
            <a:endParaRPr>
              <a:solidFill>
                <a:srgbClr val="2FB344"/>
              </a:solidFill>
            </a:endParaRPr>
          </a:p>
        </p:txBody>
      </p:sp>
      <p:sp>
        <p:nvSpPr>
          <p:cNvPr id="560" name="Google Shape;560;p53"/>
          <p:cNvSpPr/>
          <p:nvPr/>
        </p:nvSpPr>
        <p:spPr>
          <a:xfrm>
            <a:off x="5504285"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1" name="Google Shape;561;p53"/>
          <p:cNvSpPr txBox="1"/>
          <p:nvPr/>
        </p:nvSpPr>
        <p:spPr>
          <a:xfrm>
            <a:off x="5631418"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XLU</a:t>
            </a:r>
            <a:endParaRPr/>
          </a:p>
        </p:txBody>
      </p:sp>
      <p:sp>
        <p:nvSpPr>
          <p:cNvPr id="562" name="Google Shape;562;p53"/>
          <p:cNvSpPr txBox="1"/>
          <p:nvPr/>
        </p:nvSpPr>
        <p:spPr>
          <a:xfrm>
            <a:off x="5631418" y="40561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63" name="Google Shape;563;p53"/>
          <p:cNvSpPr txBox="1"/>
          <p:nvPr/>
        </p:nvSpPr>
        <p:spPr>
          <a:xfrm>
            <a:off x="5631418" y="44295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-0.5</a:t>
            </a:r>
            <a:r>
              <a:rPr lang="en-GB" sz="919">
                <a:solidFill>
                  <a:srgbClr val="D64545"/>
                </a:solidFill>
              </a:rPr>
              <a:t>3</a:t>
            </a:r>
            <a:r>
              <a:rPr b="0" lang="en-GB" sz="919">
                <a:solidFill>
                  <a:srgbClr val="D64545"/>
                </a:solidFill>
                <a:latin typeface="Arial"/>
                <a:ea typeface="Arial"/>
                <a:cs typeface="Arial"/>
                <a:sym typeface="Arial"/>
              </a:rPr>
              <a:t>%</a:t>
            </a:r>
            <a:endParaRPr>
              <a:solidFill>
                <a:srgbClr val="D64545"/>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567" name="Shape 567"/>
        <p:cNvGrpSpPr/>
        <p:nvPr/>
      </p:nvGrpSpPr>
      <p:grpSpPr>
        <a:xfrm>
          <a:off x="0" y="0"/>
          <a:ext cx="0" cy="0"/>
          <a:chOff x="0" y="0"/>
          <a:chExt cx="0" cy="0"/>
        </a:xfrm>
      </p:grpSpPr>
      <p:sp>
        <p:nvSpPr>
          <p:cNvPr id="568" name="Google Shape;568;p5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9" name="Google Shape;569;p54"/>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0" name="Google Shape;570;p5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a:t>
            </a:r>
            <a:r>
              <a:rPr b="1" lang="en-GB" sz="1500">
                <a:solidFill>
                  <a:srgbClr val="FFFFFF"/>
                </a:solidFill>
              </a:rPr>
              <a:t>Calibration Lead</a:t>
            </a:r>
            <a:endParaRPr/>
          </a:p>
        </p:txBody>
      </p:sp>
      <p:sp>
        <p:nvSpPr>
          <p:cNvPr id="571" name="Google Shape;571;p54"/>
          <p:cNvSpPr txBox="1"/>
          <p:nvPr/>
        </p:nvSpPr>
        <p:spPr>
          <a:xfrm>
            <a:off x="475500" y="877825"/>
            <a:ext cx="3840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rPr>
              <a:t>Review</a:t>
            </a:r>
            <a:endParaRPr/>
          </a:p>
        </p:txBody>
      </p:sp>
      <p:sp>
        <p:nvSpPr>
          <p:cNvPr id="572" name="Google Shape;572;p54"/>
          <p:cNvSpPr/>
          <p:nvPr/>
        </p:nvSpPr>
        <p:spPr>
          <a:xfrm>
            <a:off x="1120200" y="1424887"/>
            <a:ext cx="3108900" cy="1619400"/>
          </a:xfrm>
          <a:prstGeom prst="roundRect">
            <a:avLst>
              <a:gd fmla="val 8945"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3" name="Google Shape;573;p54"/>
          <p:cNvSpPr/>
          <p:nvPr/>
        </p:nvSpPr>
        <p:spPr>
          <a:xfrm>
            <a:off x="1120200" y="1424887"/>
            <a:ext cx="73200" cy="1619400"/>
          </a:xfrm>
          <a:prstGeom prst="rect">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4" name="Google Shape;574;p54"/>
          <p:cNvSpPr txBox="1"/>
          <p:nvPr/>
        </p:nvSpPr>
        <p:spPr>
          <a:xfrm>
            <a:off x="1257365" y="1516362"/>
            <a:ext cx="28803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What </a:t>
            </a:r>
            <a:r>
              <a:rPr b="1" lang="en-GB" sz="1150">
                <a:solidFill>
                  <a:srgbClr val="08172E"/>
                </a:solidFill>
              </a:rPr>
              <a:t>went wrong?</a:t>
            </a:r>
            <a:endParaRPr/>
          </a:p>
        </p:txBody>
      </p:sp>
      <p:sp>
        <p:nvSpPr>
          <p:cNvPr id="575" name="Google Shape;575;p54"/>
          <p:cNvSpPr txBox="1"/>
          <p:nvPr/>
        </p:nvSpPr>
        <p:spPr>
          <a:xfrm>
            <a:off x="1257375" y="1808945"/>
            <a:ext cx="2880300" cy="1169700"/>
          </a:xfrm>
          <a:prstGeom prst="rect">
            <a:avLst/>
          </a:prstGeom>
          <a:noFill/>
          <a:ln>
            <a:noFill/>
          </a:ln>
        </p:spPr>
        <p:txBody>
          <a:bodyPr anchorCtr="0" anchor="t" bIns="45700" lIns="45700" spcFirstLastPara="1" rIns="45700" wrap="square" tIns="45700">
            <a:spAutoFit/>
          </a:bodyPr>
          <a:lstStyle/>
          <a:p>
            <a:pPr indent="-292100" lvl="0" marL="457200" marR="0" rtl="0" algn="l">
              <a:spcBef>
                <a:spcPts val="0"/>
              </a:spcBef>
              <a:spcAft>
                <a:spcPts val="0"/>
              </a:spcAft>
              <a:buClr>
                <a:srgbClr val="56657D"/>
              </a:buClr>
              <a:buSzPts val="1000"/>
              <a:buFont typeface="Arial"/>
              <a:buChar char="●"/>
            </a:pPr>
            <a:r>
              <a:rPr lang="en-GB" sz="1000">
                <a:solidFill>
                  <a:srgbClr val="56657D"/>
                </a:solidFill>
              </a:rPr>
              <a:t>Expected an up week, but all three core indexes fell</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Expected XLK to lead, but it fell to the weakest sector</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Thesis about AI-growth fuelling an XLK lead was wrong, failed to account for fears about an AI bubble</a:t>
            </a:r>
            <a:endParaRPr sz="1000">
              <a:solidFill>
                <a:srgbClr val="56657D"/>
              </a:solidFill>
            </a:endParaRPr>
          </a:p>
        </p:txBody>
      </p:sp>
      <p:sp>
        <p:nvSpPr>
          <p:cNvPr id="576" name="Google Shape;576;p54"/>
          <p:cNvSpPr/>
          <p:nvPr/>
        </p:nvSpPr>
        <p:spPr>
          <a:xfrm>
            <a:off x="4549200" y="1424887"/>
            <a:ext cx="3474600" cy="1619400"/>
          </a:xfrm>
          <a:prstGeom prst="roundRect">
            <a:avLst>
              <a:gd fmla="val 8728"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54"/>
          <p:cNvSpPr/>
          <p:nvPr/>
        </p:nvSpPr>
        <p:spPr>
          <a:xfrm>
            <a:off x="4549200" y="1424887"/>
            <a:ext cx="73200" cy="16194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54"/>
          <p:cNvSpPr txBox="1"/>
          <p:nvPr/>
        </p:nvSpPr>
        <p:spPr>
          <a:xfrm>
            <a:off x="4686365" y="1516362"/>
            <a:ext cx="3246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rPr>
              <a:t>What are we changing</a:t>
            </a:r>
            <a:r>
              <a:rPr b="1" lang="en-GB" sz="1150">
                <a:solidFill>
                  <a:srgbClr val="08172E"/>
                </a:solidFill>
                <a:latin typeface="Arial"/>
                <a:ea typeface="Arial"/>
                <a:cs typeface="Arial"/>
                <a:sym typeface="Arial"/>
              </a:rPr>
              <a:t>?</a:t>
            </a:r>
            <a:endParaRPr/>
          </a:p>
        </p:txBody>
      </p:sp>
      <p:sp>
        <p:nvSpPr>
          <p:cNvPr id="579" name="Google Shape;579;p54"/>
          <p:cNvSpPr txBox="1"/>
          <p:nvPr/>
        </p:nvSpPr>
        <p:spPr>
          <a:xfrm>
            <a:off x="4686375" y="1808966"/>
            <a:ext cx="3246000" cy="1015800"/>
          </a:xfrm>
          <a:prstGeom prst="rect">
            <a:avLst/>
          </a:prstGeom>
          <a:noFill/>
          <a:ln>
            <a:noFill/>
          </a:ln>
        </p:spPr>
        <p:txBody>
          <a:bodyPr anchorCtr="0" anchor="t" bIns="45700" lIns="45700" spcFirstLastPara="1" rIns="45700" wrap="square" tIns="45700">
            <a:spAutoFit/>
          </a:bodyPr>
          <a:lstStyle/>
          <a:p>
            <a:pPr indent="-292100" lvl="0" marL="457200" marR="0" rtl="0" algn="l">
              <a:spcBef>
                <a:spcPts val="0"/>
              </a:spcBef>
              <a:spcAft>
                <a:spcPts val="0"/>
              </a:spcAft>
              <a:buClr>
                <a:srgbClr val="56657D"/>
              </a:buClr>
              <a:buSzPts val="1000"/>
              <a:buFont typeface="Arial"/>
              <a:buChar char="●"/>
            </a:pPr>
            <a:r>
              <a:rPr lang="en-GB" sz="1000">
                <a:solidFill>
                  <a:srgbClr val="56657D"/>
                </a:solidFill>
              </a:rPr>
              <a:t>Implemented saving of weekly scores for each market to a .csv file, allowing for analysis of our predictions over time</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Paying closer attention to news about the tech sector, especially due to fears about the AI bubble “popping”</a:t>
            </a:r>
            <a:endParaRPr sz="1000">
              <a:solidFill>
                <a:srgbClr val="56657D"/>
              </a:solidFill>
            </a:endParaRPr>
          </a:p>
        </p:txBody>
      </p:sp>
      <p:pic>
        <p:nvPicPr>
          <p:cNvPr id="580" name="Google Shape;580;p54" title="Screenshot 2026-07-19 at 12.17.16 AM.png"/>
          <p:cNvPicPr preferRelativeResize="0"/>
          <p:nvPr/>
        </p:nvPicPr>
        <p:blipFill>
          <a:blip r:embed="rId3">
            <a:alphaModFix/>
          </a:blip>
          <a:stretch>
            <a:fillRect/>
          </a:stretch>
        </p:blipFill>
        <p:spPr>
          <a:xfrm>
            <a:off x="1710861" y="3301587"/>
            <a:ext cx="5722276" cy="1500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584" name="Shape 584"/>
        <p:cNvGrpSpPr/>
        <p:nvPr/>
      </p:nvGrpSpPr>
      <p:grpSpPr>
        <a:xfrm>
          <a:off x="0" y="0"/>
          <a:ext cx="0" cy="0"/>
          <a:chOff x="0" y="0"/>
          <a:chExt cx="0" cy="0"/>
        </a:xfrm>
      </p:grpSpPr>
      <p:sp>
        <p:nvSpPr>
          <p:cNvPr id="585" name="Google Shape;585;p55"/>
          <p:cNvSpPr/>
          <p:nvPr/>
        </p:nvSpPr>
        <p:spPr>
          <a:xfrm>
            <a:off x="0" y="0"/>
            <a:ext cx="9144000" cy="915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6" name="Google Shape;586;p55"/>
          <p:cNvSpPr/>
          <p:nvPr/>
        </p:nvSpPr>
        <p:spPr>
          <a:xfrm>
            <a:off x="0" y="5047488"/>
            <a:ext cx="9144000" cy="915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55"/>
          <p:cNvSpPr txBox="1"/>
          <p:nvPr/>
        </p:nvSpPr>
        <p:spPr>
          <a:xfrm>
            <a:off x="640080" y="1627632"/>
            <a:ext cx="39318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800">
                <a:solidFill>
                  <a:srgbClr val="FFFFFF"/>
                </a:solidFill>
                <a:latin typeface="Arial"/>
                <a:ea typeface="Arial"/>
                <a:cs typeface="Arial"/>
                <a:sym typeface="Arial"/>
              </a:rPr>
              <a:t>Thank you</a:t>
            </a:r>
            <a:endParaRPr/>
          </a:p>
        </p:txBody>
      </p:sp>
      <p:sp>
        <p:nvSpPr>
          <p:cNvPr id="588" name="Google Shape;588;p55"/>
          <p:cNvSpPr txBox="1"/>
          <p:nvPr/>
        </p:nvSpPr>
        <p:spPr>
          <a:xfrm>
            <a:off x="676656" y="2267712"/>
            <a:ext cx="4389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800">
                <a:solidFill>
                  <a:srgbClr val="C8D4E3"/>
                </a:solidFill>
              </a:rPr>
              <a:t>Any </a:t>
            </a:r>
            <a:r>
              <a:rPr b="0" lang="en-GB" sz="1800">
                <a:solidFill>
                  <a:srgbClr val="C8D4E3"/>
                </a:solidFill>
                <a:latin typeface="Arial"/>
                <a:ea typeface="Arial"/>
                <a:cs typeface="Arial"/>
                <a:sym typeface="Arial"/>
              </a:rPr>
              <a:t>Questions?</a:t>
            </a:r>
            <a:endParaRPr/>
          </a:p>
        </p:txBody>
      </p:sp>
      <p:sp>
        <p:nvSpPr>
          <p:cNvPr id="589" name="Google Shape;589;p55"/>
          <p:cNvSpPr/>
          <p:nvPr/>
        </p:nvSpPr>
        <p:spPr>
          <a:xfrm>
            <a:off x="3665950" y="2370455"/>
            <a:ext cx="201300" cy="201300"/>
          </a:xfrm>
          <a:prstGeom prst="ellipse">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55"/>
          <p:cNvSpPr/>
          <p:nvPr/>
        </p:nvSpPr>
        <p:spPr>
          <a:xfrm>
            <a:off x="676647" y="3733855"/>
            <a:ext cx="201300" cy="201300"/>
          </a:xfrm>
          <a:prstGeom prst="ellipse">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 name="Google Shape;591;p55"/>
          <p:cNvSpPr/>
          <p:nvPr/>
        </p:nvSpPr>
        <p:spPr>
          <a:xfrm>
            <a:off x="1030944" y="671680"/>
            <a:ext cx="201300" cy="201300"/>
          </a:xfrm>
          <a:prstGeom prst="ellipse">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 name="Google Shape;592;p55"/>
          <p:cNvSpPr/>
          <p:nvPr/>
        </p:nvSpPr>
        <p:spPr>
          <a:xfrm>
            <a:off x="676650" y="671677"/>
            <a:ext cx="201300" cy="201300"/>
          </a:xfrm>
          <a:prstGeom prst="ellipse">
            <a:avLst/>
          </a:prstGeom>
          <a:solidFill>
            <a:srgbClr val="287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55"/>
          <p:cNvSpPr/>
          <p:nvPr/>
        </p:nvSpPr>
        <p:spPr>
          <a:xfrm>
            <a:off x="1385247" y="671677"/>
            <a:ext cx="201300" cy="201300"/>
          </a:xfrm>
          <a:prstGeom prst="ellipse">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 name="Google Shape;594;p55"/>
          <p:cNvSpPr/>
          <p:nvPr/>
        </p:nvSpPr>
        <p:spPr>
          <a:xfrm>
            <a:off x="1030944" y="3733852"/>
            <a:ext cx="201300" cy="201300"/>
          </a:xfrm>
          <a:prstGeom prst="ellipse">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 name="Google Shape;595;p55"/>
          <p:cNvSpPr/>
          <p:nvPr/>
        </p:nvSpPr>
        <p:spPr>
          <a:xfrm>
            <a:off x="1385238" y="3733849"/>
            <a:ext cx="201300" cy="201300"/>
          </a:xfrm>
          <a:prstGeom prst="ellipse">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55"/>
          <p:cNvSpPr/>
          <p:nvPr/>
        </p:nvSpPr>
        <p:spPr>
          <a:xfrm>
            <a:off x="4370575" y="1959674"/>
            <a:ext cx="201300" cy="201300"/>
          </a:xfrm>
          <a:prstGeom prst="ellipse">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7" name="Google Shape;597;p55"/>
          <p:cNvSpPr/>
          <p:nvPr/>
        </p:nvSpPr>
        <p:spPr>
          <a:xfrm>
            <a:off x="4169263" y="2160974"/>
            <a:ext cx="201300" cy="201300"/>
          </a:xfrm>
          <a:prstGeom prst="ellipse">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55"/>
          <p:cNvSpPr/>
          <p:nvPr/>
        </p:nvSpPr>
        <p:spPr>
          <a:xfrm>
            <a:off x="3867250" y="2169149"/>
            <a:ext cx="201300" cy="201300"/>
          </a:xfrm>
          <a:prstGeom prst="ellipse">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